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notesMasterIdLst>
    <p:notesMasterId r:id="rId25"/>
  </p:notesMasterIdLst>
  <p:sldIdLst>
    <p:sldId id="256" r:id="rId5"/>
    <p:sldId id="276" r:id="rId6"/>
    <p:sldId id="277" r:id="rId7"/>
    <p:sldId id="275" r:id="rId8"/>
    <p:sldId id="278" r:id="rId9"/>
    <p:sldId id="268" r:id="rId10"/>
    <p:sldId id="269" r:id="rId11"/>
    <p:sldId id="271" r:id="rId12"/>
    <p:sldId id="272" r:id="rId13"/>
    <p:sldId id="273" r:id="rId14"/>
    <p:sldId id="274" r:id="rId15"/>
    <p:sldId id="257" r:id="rId16"/>
    <p:sldId id="258" r:id="rId17"/>
    <p:sldId id="260" r:id="rId18"/>
    <p:sldId id="265" r:id="rId19"/>
    <p:sldId id="262" r:id="rId20"/>
    <p:sldId id="259" r:id="rId21"/>
    <p:sldId id="264" r:id="rId22"/>
    <p:sldId id="261" r:id="rId23"/>
    <p:sldId id="26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8A0F3-35A2-914C-9CD8-D700CF507D2F}" v="2204" dt="2026-06-12T09:04:01.801"/>
    <p1510:client id="{5F967BA7-6E38-317D-062F-66300C07BF9D}" v="917" dt="2026-06-11T20:13:41.695"/>
    <p1510:client id="{73FA6D2F-B0B9-D2D5-41A4-3437BB137844}" v="7" dt="2026-06-11T11:33:21.230"/>
    <p1510:client id="{91CEE0C6-63F2-C5AF-6BF6-ED909A4B0D41}" v="87" dt="2026-06-11T19:46:29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92" d="100"/>
          <a:sy n="92" d="100"/>
        </p:scale>
        <p:origin x="65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er Yasadur" userId="100b63cb-e5b1-4e99-9c34-44b26b622cd9" providerId="ADAL" clId="{E0A87947-CDCB-59D9-832A-B2ACEAA3012D}"/>
    <pc:docChg chg="undo redo custSel addSld delSld modSld sldOrd">
      <pc:chgData name="Taner Yasadur" userId="100b63cb-e5b1-4e99-9c34-44b26b622cd9" providerId="ADAL" clId="{E0A87947-CDCB-59D9-832A-B2ACEAA3012D}" dt="2026-06-12T09:11:17.466" v="2423" actId="729"/>
      <pc:docMkLst>
        <pc:docMk/>
      </pc:docMkLst>
      <pc:sldChg chg="addSp delSp modSp mod modTransition setBg setClrOvrMap">
        <pc:chgData name="Taner Yasadur" userId="100b63cb-e5b1-4e99-9c34-44b26b622cd9" providerId="ADAL" clId="{E0A87947-CDCB-59D9-832A-B2ACEAA3012D}" dt="2026-06-12T09:04:01.801" v="2351"/>
        <pc:sldMkLst>
          <pc:docMk/>
          <pc:sldMk cId="109857222" sldId="256"/>
        </pc:sldMkLst>
        <pc:spChg chg="mod ord">
          <ac:chgData name="Taner Yasadur" userId="100b63cb-e5b1-4e99-9c34-44b26b622cd9" providerId="ADAL" clId="{E0A87947-CDCB-59D9-832A-B2ACEAA3012D}" dt="2026-06-12T08:12:42.993" v="123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aner Yasadur" userId="100b63cb-e5b1-4e99-9c34-44b26b622cd9" providerId="ADAL" clId="{E0A87947-CDCB-59D9-832A-B2ACEAA3012D}" dt="2026-06-12T09:04:01.801" v="2351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aner Yasadur" userId="100b63cb-e5b1-4e99-9c34-44b26b622cd9" providerId="ADAL" clId="{E0A87947-CDCB-59D9-832A-B2ACEAA3012D}" dt="2026-06-12T08:10:14.673" v="1107" actId="26606"/>
          <ac:spMkLst>
            <pc:docMk/>
            <pc:sldMk cId="109857222" sldId="256"/>
            <ac:spMk id="8" creationId="{EC2B4A13-0632-456F-A66A-2D0CDB9D30AE}"/>
          </ac:spMkLst>
        </pc:spChg>
        <pc:spChg chg="add del">
          <ac:chgData name="Taner Yasadur" userId="100b63cb-e5b1-4e99-9c34-44b26b622cd9" providerId="ADAL" clId="{E0A87947-CDCB-59D9-832A-B2ACEAA3012D}" dt="2026-06-12T08:10:14.673" v="1107" actId="26606"/>
          <ac:spMkLst>
            <pc:docMk/>
            <pc:sldMk cId="109857222" sldId="256"/>
            <ac:spMk id="10" creationId="{1568A552-34C4-41D2-A36B-9E86EC569E10}"/>
          </ac:spMkLst>
        </pc:spChg>
        <pc:spChg chg="add del">
          <ac:chgData name="Taner Yasadur" userId="100b63cb-e5b1-4e99-9c34-44b26b622cd9" providerId="ADAL" clId="{E0A87947-CDCB-59D9-832A-B2ACEAA3012D}" dt="2026-06-12T08:10:14.673" v="1107" actId="26606"/>
          <ac:spMkLst>
            <pc:docMk/>
            <pc:sldMk cId="109857222" sldId="256"/>
            <ac:spMk id="12" creationId="{B8BE655E-142C-41C9-895E-54D55EDDAF85}"/>
          </ac:spMkLst>
        </pc:spChg>
        <pc:spChg chg="add del">
          <ac:chgData name="Taner Yasadur" userId="100b63cb-e5b1-4e99-9c34-44b26b622cd9" providerId="ADAL" clId="{E0A87947-CDCB-59D9-832A-B2ACEAA3012D}" dt="2026-06-12T08:10:14.673" v="1107" actId="26606"/>
          <ac:spMkLst>
            <pc:docMk/>
            <pc:sldMk cId="109857222" sldId="256"/>
            <ac:spMk id="14" creationId="{198CC593-9FF4-46EF-81AE-2D26922F154C}"/>
          </ac:spMkLst>
        </pc:spChg>
      </pc:sldChg>
      <pc:sldChg chg="addSp delSp modSp mod modTransition">
        <pc:chgData name="Taner Yasadur" userId="100b63cb-e5b1-4e99-9c34-44b26b622cd9" providerId="ADAL" clId="{E0A87947-CDCB-59D9-832A-B2ACEAA3012D}" dt="2026-06-12T09:02:55.174" v="2334"/>
        <pc:sldMkLst>
          <pc:docMk/>
          <pc:sldMk cId="1190597843" sldId="257"/>
        </pc:sldMkLst>
        <pc:spChg chg="add mod">
          <ac:chgData name="Taner Yasadur" userId="100b63cb-e5b1-4e99-9c34-44b26b622cd9" providerId="ADAL" clId="{E0A87947-CDCB-59D9-832A-B2ACEAA3012D}" dt="2026-06-12T08:02:58.046" v="928" actId="167"/>
          <ac:spMkLst>
            <pc:docMk/>
            <pc:sldMk cId="1190597843" sldId="257"/>
            <ac:spMk id="2" creationId="{B18258FE-0A2A-A121-42A0-FCC0842841E0}"/>
          </ac:spMkLst>
        </pc:spChg>
        <pc:spChg chg="mod">
          <ac:chgData name="Taner Yasadur" userId="100b63cb-e5b1-4e99-9c34-44b26b622cd9" providerId="ADAL" clId="{E0A87947-CDCB-59D9-832A-B2ACEAA3012D}" dt="2026-06-12T08:08:42.078" v="1095" actId="1076"/>
          <ac:spMkLst>
            <pc:docMk/>
            <pc:sldMk cId="1190597843" sldId="257"/>
            <ac:spMk id="4" creationId="{E9F115E4-8BCD-E10C-5271-2DDD65F45E17}"/>
          </ac:spMkLst>
        </pc:spChg>
        <pc:spChg chg="mod">
          <ac:chgData name="Taner Yasadur" userId="100b63cb-e5b1-4e99-9c34-44b26b622cd9" providerId="ADAL" clId="{E0A87947-CDCB-59D9-832A-B2ACEAA3012D}" dt="2026-06-12T07:47:48.346" v="389" actId="20577"/>
          <ac:spMkLst>
            <pc:docMk/>
            <pc:sldMk cId="1190597843" sldId="257"/>
            <ac:spMk id="12" creationId="{B62F73D6-C1AC-91C1-72DB-7AAFDF48BA03}"/>
          </ac:spMkLst>
        </pc:spChg>
        <pc:spChg chg="del">
          <ac:chgData name="Taner Yasadur" userId="100b63cb-e5b1-4e99-9c34-44b26b622cd9" providerId="ADAL" clId="{E0A87947-CDCB-59D9-832A-B2ACEAA3012D}" dt="2026-06-12T08:02:56.344" v="926" actId="478"/>
          <ac:spMkLst>
            <pc:docMk/>
            <pc:sldMk cId="1190597843" sldId="257"/>
            <ac:spMk id="13" creationId="{D6BC027B-5C04-BBC9-D24A-A13A00813FF0}"/>
          </ac:spMkLst>
        </pc:spChg>
        <pc:spChg chg="mod">
          <ac:chgData name="Taner Yasadur" userId="100b63cb-e5b1-4e99-9c34-44b26b622cd9" providerId="ADAL" clId="{E0A87947-CDCB-59D9-832A-B2ACEAA3012D}" dt="2026-06-12T08:37:11.083" v="1678" actId="1076"/>
          <ac:spMkLst>
            <pc:docMk/>
            <pc:sldMk cId="1190597843" sldId="257"/>
            <ac:spMk id="15" creationId="{576DF5EC-EAF1-1AE1-87E0-87752586652D}"/>
          </ac:spMkLst>
        </pc:spChg>
        <pc:spChg chg="mod">
          <ac:chgData name="Taner Yasadur" userId="100b63cb-e5b1-4e99-9c34-44b26b622cd9" providerId="ADAL" clId="{E0A87947-CDCB-59D9-832A-B2ACEAA3012D}" dt="2026-06-12T08:08:40.413" v="1094" actId="1076"/>
          <ac:spMkLst>
            <pc:docMk/>
            <pc:sldMk cId="1190597843" sldId="257"/>
            <ac:spMk id="16" creationId="{E2B16A1B-F246-8FE1-0BB0-78F26D5D6224}"/>
          </ac:spMkLst>
        </pc:spChg>
      </pc:sldChg>
      <pc:sldChg chg="addSp delSp modSp 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3581947706" sldId="258"/>
        </pc:sldMkLst>
        <pc:spChg chg="add mod">
          <ac:chgData name="Taner Yasadur" userId="100b63cb-e5b1-4e99-9c34-44b26b622cd9" providerId="ADAL" clId="{E0A87947-CDCB-59D9-832A-B2ACEAA3012D}" dt="2026-06-12T08:02:52.145" v="925" actId="167"/>
          <ac:spMkLst>
            <pc:docMk/>
            <pc:sldMk cId="3581947706" sldId="258"/>
            <ac:spMk id="2" creationId="{3F7D25DF-27D1-5F78-3D6F-9F95A6710EED}"/>
          </ac:spMkLst>
        </pc:spChg>
        <pc:spChg chg="mod">
          <ac:chgData name="Taner Yasadur" userId="100b63cb-e5b1-4e99-9c34-44b26b622cd9" providerId="ADAL" clId="{E0A87947-CDCB-59D9-832A-B2ACEAA3012D}" dt="2026-06-12T07:45:36.011" v="243" actId="20577"/>
          <ac:spMkLst>
            <pc:docMk/>
            <pc:sldMk cId="3581947706" sldId="258"/>
            <ac:spMk id="3" creationId="{9BD12091-5D2E-D983-4655-D94572C0B01F}"/>
          </ac:spMkLst>
        </pc:spChg>
        <pc:spChg chg="del mod">
          <ac:chgData name="Taner Yasadur" userId="100b63cb-e5b1-4e99-9c34-44b26b622cd9" providerId="ADAL" clId="{E0A87947-CDCB-59D9-832A-B2ACEAA3012D}" dt="2026-06-12T08:02:50.475" v="923" actId="478"/>
          <ac:spMkLst>
            <pc:docMk/>
            <pc:sldMk cId="3581947706" sldId="258"/>
            <ac:spMk id="5" creationId="{3D94392E-018E-FA3A-FF6B-45D76B8E57DF}"/>
          </ac:spMkLst>
        </pc:spChg>
      </pc:sldChg>
      <pc:sldChg chg="modSp 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1888034742" sldId="259"/>
        </pc:sldMkLst>
        <pc:spChg chg="mod">
          <ac:chgData name="Taner Yasadur" userId="100b63cb-e5b1-4e99-9c34-44b26b622cd9" providerId="ADAL" clId="{E0A87947-CDCB-59D9-832A-B2ACEAA3012D}" dt="2026-06-12T07:50:05.803" v="465" actId="207"/>
          <ac:spMkLst>
            <pc:docMk/>
            <pc:sldMk cId="1888034742" sldId="259"/>
            <ac:spMk id="6" creationId="{3351C7E7-33AF-7435-B705-C0C29B777C22}"/>
          </ac:spMkLst>
        </pc:spChg>
      </pc:sldChg>
      <pc:sldChg chg="addSp delSp modSp mod modTransition">
        <pc:chgData name="Taner Yasadur" userId="100b63cb-e5b1-4e99-9c34-44b26b622cd9" providerId="ADAL" clId="{E0A87947-CDCB-59D9-832A-B2ACEAA3012D}" dt="2026-06-12T09:03:32.936" v="2339" actId="404"/>
        <pc:sldMkLst>
          <pc:docMk/>
          <pc:sldMk cId="80186849" sldId="260"/>
        </pc:sldMkLst>
        <pc:spChg chg="add del mod">
          <ac:chgData name="Taner Yasadur" userId="100b63cb-e5b1-4e99-9c34-44b26b622cd9" providerId="ADAL" clId="{E0A87947-CDCB-59D9-832A-B2ACEAA3012D}" dt="2026-06-12T07:43:32.623" v="107"/>
          <ac:spMkLst>
            <pc:docMk/>
            <pc:sldMk cId="80186849" sldId="260"/>
            <ac:spMk id="2" creationId="{F23AA7C5-E8C5-E0DE-9980-811E48265ECD}"/>
          </ac:spMkLst>
        </pc:spChg>
        <pc:spChg chg="mod">
          <ac:chgData name="Taner Yasadur" userId="100b63cb-e5b1-4e99-9c34-44b26b622cd9" providerId="ADAL" clId="{E0A87947-CDCB-59D9-832A-B2ACEAA3012D}" dt="2026-06-12T09:03:32.936" v="2339" actId="404"/>
          <ac:spMkLst>
            <pc:docMk/>
            <pc:sldMk cId="80186849" sldId="260"/>
            <ac:spMk id="3" creationId="{45502B19-CEDF-0570-5CD6-9D8D8E7B1458}"/>
          </ac:spMkLst>
        </pc:spChg>
        <pc:spChg chg="add mod">
          <ac:chgData name="Taner Yasadur" userId="100b63cb-e5b1-4e99-9c34-44b26b622cd9" providerId="ADAL" clId="{E0A87947-CDCB-59D9-832A-B2ACEAA3012D}" dt="2026-06-12T07:52:54.113" v="624" actId="571"/>
          <ac:spMkLst>
            <pc:docMk/>
            <pc:sldMk cId="80186849" sldId="260"/>
            <ac:spMk id="4" creationId="{2C015446-B251-7FBF-EE51-3412076C94AD}"/>
          </ac:spMkLst>
        </pc:spChg>
        <pc:spChg chg="del mod">
          <ac:chgData name="Taner Yasadur" userId="100b63cb-e5b1-4e99-9c34-44b26b622cd9" providerId="ADAL" clId="{E0A87947-CDCB-59D9-832A-B2ACEAA3012D}" dt="2026-06-12T08:02:41.943" v="920" actId="478"/>
          <ac:spMkLst>
            <pc:docMk/>
            <pc:sldMk cId="80186849" sldId="260"/>
            <ac:spMk id="5" creationId="{5FFC755A-881C-EC42-3160-1E1D28FE0EFD}"/>
          </ac:spMkLst>
        </pc:spChg>
        <pc:spChg chg="add mod">
          <ac:chgData name="Taner Yasadur" userId="100b63cb-e5b1-4e99-9c34-44b26b622cd9" providerId="ADAL" clId="{E0A87947-CDCB-59D9-832A-B2ACEAA3012D}" dt="2026-06-12T08:02:46.275" v="922" actId="167"/>
          <ac:spMkLst>
            <pc:docMk/>
            <pc:sldMk cId="80186849" sldId="260"/>
            <ac:spMk id="6" creationId="{00EF869F-6A58-A4F4-6D93-2A4CBDCEE4AB}"/>
          </ac:spMkLst>
        </pc:spChg>
        <pc:spChg chg="mod">
          <ac:chgData name="Taner Yasadur" userId="100b63cb-e5b1-4e99-9c34-44b26b622cd9" providerId="ADAL" clId="{E0A87947-CDCB-59D9-832A-B2ACEAA3012D}" dt="2026-06-12T07:52:58.842" v="627" actId="1076"/>
          <ac:spMkLst>
            <pc:docMk/>
            <pc:sldMk cId="80186849" sldId="260"/>
            <ac:spMk id="7" creationId="{12DFA664-2F57-4E07-FA3D-D8AAB4F70726}"/>
          </ac:spMkLst>
        </pc:spChg>
        <pc:spChg chg="add mod">
          <ac:chgData name="Taner Yasadur" userId="100b63cb-e5b1-4e99-9c34-44b26b622cd9" providerId="ADAL" clId="{E0A87947-CDCB-59D9-832A-B2ACEAA3012D}" dt="2026-06-12T08:09:04.541" v="1097"/>
          <ac:spMkLst>
            <pc:docMk/>
            <pc:sldMk cId="80186849" sldId="260"/>
            <ac:spMk id="8" creationId="{13027315-AF34-E1B1-529B-99E099D0823B}"/>
          </ac:spMkLst>
        </pc:spChg>
        <pc:spChg chg="del">
          <ac:chgData name="Taner Yasadur" userId="100b63cb-e5b1-4e99-9c34-44b26b622cd9" providerId="ADAL" clId="{E0A87947-CDCB-59D9-832A-B2ACEAA3012D}" dt="2026-06-12T07:48:27.348" v="390" actId="478"/>
          <ac:spMkLst>
            <pc:docMk/>
            <pc:sldMk cId="80186849" sldId="260"/>
            <ac:spMk id="9" creationId="{42E3C47C-FC64-1D91-73E3-5F3D0B9DFAF8}"/>
          </ac:spMkLst>
        </pc:spChg>
        <pc:spChg chg="add mod">
          <ac:chgData name="Taner Yasadur" userId="100b63cb-e5b1-4e99-9c34-44b26b622cd9" providerId="ADAL" clId="{E0A87947-CDCB-59D9-832A-B2ACEAA3012D}" dt="2026-06-12T08:09:04.541" v="1097"/>
          <ac:spMkLst>
            <pc:docMk/>
            <pc:sldMk cId="80186849" sldId="260"/>
            <ac:spMk id="10" creationId="{13ADFFE8-40D4-656E-03FF-B0A94B494628}"/>
          </ac:spMkLst>
        </pc:spChg>
        <pc:spChg chg="add mod">
          <ac:chgData name="Taner Yasadur" userId="100b63cb-e5b1-4e99-9c34-44b26b622cd9" providerId="ADAL" clId="{E0A87947-CDCB-59D9-832A-B2ACEAA3012D}" dt="2026-06-12T08:09:04.541" v="1097"/>
          <ac:spMkLst>
            <pc:docMk/>
            <pc:sldMk cId="80186849" sldId="260"/>
            <ac:spMk id="11" creationId="{35DF5A8D-857D-D0A4-7202-43BAEAF6CB5B}"/>
          </ac:spMkLst>
        </pc:spChg>
        <pc:spChg chg="add mod">
          <ac:chgData name="Taner Yasadur" userId="100b63cb-e5b1-4e99-9c34-44b26b622cd9" providerId="ADAL" clId="{E0A87947-CDCB-59D9-832A-B2ACEAA3012D}" dt="2026-06-12T08:09:04.541" v="1097"/>
          <ac:spMkLst>
            <pc:docMk/>
            <pc:sldMk cId="80186849" sldId="260"/>
            <ac:spMk id="12" creationId="{8030EBF7-9FA9-8CCA-A6DA-E641F2CC378B}"/>
          </ac:spMkLst>
        </pc:spChg>
        <pc:spChg chg="add mod">
          <ac:chgData name="Taner Yasadur" userId="100b63cb-e5b1-4e99-9c34-44b26b622cd9" providerId="ADAL" clId="{E0A87947-CDCB-59D9-832A-B2ACEAA3012D}" dt="2026-06-12T08:09:04.541" v="1097"/>
          <ac:spMkLst>
            <pc:docMk/>
            <pc:sldMk cId="80186849" sldId="260"/>
            <ac:spMk id="13" creationId="{AF407286-19EC-62AE-8911-09D49B66D108}"/>
          </ac:spMkLst>
        </pc:spChg>
        <pc:spChg chg="add mod">
          <ac:chgData name="Taner Yasadur" userId="100b63cb-e5b1-4e99-9c34-44b26b622cd9" providerId="ADAL" clId="{E0A87947-CDCB-59D9-832A-B2ACEAA3012D}" dt="2026-06-12T08:09:04.541" v="1097"/>
          <ac:spMkLst>
            <pc:docMk/>
            <pc:sldMk cId="80186849" sldId="260"/>
            <ac:spMk id="14" creationId="{AE39D5AE-BDAB-2DBC-C357-08AB4A5AC09C}"/>
          </ac:spMkLst>
        </pc:spChg>
        <pc:spChg chg="add mod">
          <ac:chgData name="Taner Yasadur" userId="100b63cb-e5b1-4e99-9c34-44b26b622cd9" providerId="ADAL" clId="{E0A87947-CDCB-59D9-832A-B2ACEAA3012D}" dt="2026-06-12T08:09:04.541" v="1097"/>
          <ac:spMkLst>
            <pc:docMk/>
            <pc:sldMk cId="80186849" sldId="260"/>
            <ac:spMk id="15" creationId="{D9409034-FE98-71F6-08C1-E382B47FF649}"/>
          </ac:spMkLst>
        </pc:spChg>
        <pc:spChg chg="add mod">
          <ac:chgData name="Taner Yasadur" userId="100b63cb-e5b1-4e99-9c34-44b26b622cd9" providerId="ADAL" clId="{E0A87947-CDCB-59D9-832A-B2ACEAA3012D}" dt="2026-06-12T08:09:04.541" v="1097"/>
          <ac:spMkLst>
            <pc:docMk/>
            <pc:sldMk cId="80186849" sldId="260"/>
            <ac:spMk id="16" creationId="{26D66BDC-98A1-DC93-D5A7-ECB12A9D5EE5}"/>
          </ac:spMkLst>
        </pc:spChg>
      </pc:sldChg>
      <pc:sldChg chg="addSp delSp modSp mod modTransition">
        <pc:chgData name="Taner Yasadur" userId="100b63cb-e5b1-4e99-9c34-44b26b622cd9" providerId="ADAL" clId="{E0A87947-CDCB-59D9-832A-B2ACEAA3012D}" dt="2026-06-12T09:02:55.174" v="2334"/>
        <pc:sldMkLst>
          <pc:docMk/>
          <pc:sldMk cId="1701226767" sldId="261"/>
        </pc:sldMkLst>
        <pc:spChg chg="add mod">
          <ac:chgData name="Taner Yasadur" userId="100b63cb-e5b1-4e99-9c34-44b26b622cd9" providerId="ADAL" clId="{E0A87947-CDCB-59D9-832A-B2ACEAA3012D}" dt="2026-06-12T08:04:30.454" v="974" actId="167"/>
          <ac:spMkLst>
            <pc:docMk/>
            <pc:sldMk cId="1701226767" sldId="261"/>
            <ac:spMk id="2" creationId="{4A18B115-9C80-240A-14CE-86DD3AAD7EA8}"/>
          </ac:spMkLst>
        </pc:spChg>
        <pc:spChg chg="add mod">
          <ac:chgData name="Taner Yasadur" userId="100b63cb-e5b1-4e99-9c34-44b26b622cd9" providerId="ADAL" clId="{E0A87947-CDCB-59D9-832A-B2ACEAA3012D}" dt="2026-06-12T08:09:08.073" v="1099"/>
          <ac:spMkLst>
            <pc:docMk/>
            <pc:sldMk cId="1701226767" sldId="261"/>
            <ac:spMk id="3" creationId="{CF2E5BFD-54F2-3E30-3068-38A63AD50236}"/>
          </ac:spMkLst>
        </pc:spChg>
        <pc:spChg chg="add mod">
          <ac:chgData name="Taner Yasadur" userId="100b63cb-e5b1-4e99-9c34-44b26b622cd9" providerId="ADAL" clId="{E0A87947-CDCB-59D9-832A-B2ACEAA3012D}" dt="2026-06-12T08:09:08.073" v="1099"/>
          <ac:spMkLst>
            <pc:docMk/>
            <pc:sldMk cId="1701226767" sldId="261"/>
            <ac:spMk id="4" creationId="{E4E66AFC-4254-6FD8-3D3A-FEDBB924EC21}"/>
          </ac:spMkLst>
        </pc:spChg>
        <pc:spChg chg="del">
          <ac:chgData name="Taner Yasadur" userId="100b63cb-e5b1-4e99-9c34-44b26b622cd9" providerId="ADAL" clId="{E0A87947-CDCB-59D9-832A-B2ACEAA3012D}" dt="2026-06-12T08:04:27.119" v="968" actId="478"/>
          <ac:spMkLst>
            <pc:docMk/>
            <pc:sldMk cId="1701226767" sldId="261"/>
            <ac:spMk id="5" creationId="{7D911E69-6364-F87B-1B8E-C79BDA8103A3}"/>
          </ac:spMkLst>
        </pc:spChg>
        <pc:spChg chg="add mod">
          <ac:chgData name="Taner Yasadur" userId="100b63cb-e5b1-4e99-9c34-44b26b622cd9" providerId="ADAL" clId="{E0A87947-CDCB-59D9-832A-B2ACEAA3012D}" dt="2026-06-12T08:09:08.073" v="1099"/>
          <ac:spMkLst>
            <pc:docMk/>
            <pc:sldMk cId="1701226767" sldId="261"/>
            <ac:spMk id="6" creationId="{AFC0073E-7C72-990D-08FE-E8D1673F0FA9}"/>
          </ac:spMkLst>
        </pc:spChg>
        <pc:spChg chg="mod">
          <ac:chgData name="Taner Yasadur" userId="100b63cb-e5b1-4e99-9c34-44b26b622cd9" providerId="ADAL" clId="{E0A87947-CDCB-59D9-832A-B2ACEAA3012D}" dt="2026-06-12T08:04:40.189" v="976" actId="403"/>
          <ac:spMkLst>
            <pc:docMk/>
            <pc:sldMk cId="1701226767" sldId="261"/>
            <ac:spMk id="7" creationId="{C0796EF3-A94D-DDE1-CBA7-6DBDBAA0B7FB}"/>
          </ac:spMkLst>
        </pc:spChg>
        <pc:spChg chg="add mod">
          <ac:chgData name="Taner Yasadur" userId="100b63cb-e5b1-4e99-9c34-44b26b622cd9" providerId="ADAL" clId="{E0A87947-CDCB-59D9-832A-B2ACEAA3012D}" dt="2026-06-12T08:09:08.073" v="1099"/>
          <ac:spMkLst>
            <pc:docMk/>
            <pc:sldMk cId="1701226767" sldId="261"/>
            <ac:spMk id="8" creationId="{E4255110-ED7E-F862-F8FC-06499D006BCD}"/>
          </ac:spMkLst>
        </pc:spChg>
        <pc:spChg chg="add mod">
          <ac:chgData name="Taner Yasadur" userId="100b63cb-e5b1-4e99-9c34-44b26b622cd9" providerId="ADAL" clId="{E0A87947-CDCB-59D9-832A-B2ACEAA3012D}" dt="2026-06-12T08:09:08.073" v="1099"/>
          <ac:spMkLst>
            <pc:docMk/>
            <pc:sldMk cId="1701226767" sldId="261"/>
            <ac:spMk id="9" creationId="{2A4CF778-3C8A-2A49-1CB7-687B4B2194C9}"/>
          </ac:spMkLst>
        </pc:spChg>
        <pc:spChg chg="add mod">
          <ac:chgData name="Taner Yasadur" userId="100b63cb-e5b1-4e99-9c34-44b26b622cd9" providerId="ADAL" clId="{E0A87947-CDCB-59D9-832A-B2ACEAA3012D}" dt="2026-06-12T08:09:08.073" v="1099"/>
          <ac:spMkLst>
            <pc:docMk/>
            <pc:sldMk cId="1701226767" sldId="261"/>
            <ac:spMk id="10" creationId="{AF08E9B7-7B59-6B0F-B70C-B185C4675BB9}"/>
          </ac:spMkLst>
        </pc:spChg>
        <pc:spChg chg="add mod">
          <ac:chgData name="Taner Yasadur" userId="100b63cb-e5b1-4e99-9c34-44b26b622cd9" providerId="ADAL" clId="{E0A87947-CDCB-59D9-832A-B2ACEAA3012D}" dt="2026-06-12T08:09:08.073" v="1099"/>
          <ac:spMkLst>
            <pc:docMk/>
            <pc:sldMk cId="1701226767" sldId="261"/>
            <ac:spMk id="11" creationId="{864EA98F-4FB7-9AE0-3B43-7AA32FE50F81}"/>
          </ac:spMkLst>
        </pc:spChg>
        <pc:spChg chg="add mod">
          <ac:chgData name="Taner Yasadur" userId="100b63cb-e5b1-4e99-9c34-44b26b622cd9" providerId="ADAL" clId="{E0A87947-CDCB-59D9-832A-B2ACEAA3012D}" dt="2026-06-12T08:09:08.073" v="1099"/>
          <ac:spMkLst>
            <pc:docMk/>
            <pc:sldMk cId="1701226767" sldId="261"/>
            <ac:spMk id="12" creationId="{13934003-AC70-65B6-112B-688A578A14F8}"/>
          </ac:spMkLst>
        </pc:spChg>
      </pc:sldChg>
      <pc:sldChg chg="addSp modSp mod modTransition">
        <pc:chgData name="Taner Yasadur" userId="100b63cb-e5b1-4e99-9c34-44b26b622cd9" providerId="ADAL" clId="{E0A87947-CDCB-59D9-832A-B2ACEAA3012D}" dt="2026-06-12T09:02:55.174" v="2334"/>
        <pc:sldMkLst>
          <pc:docMk/>
          <pc:sldMk cId="2987601097" sldId="262"/>
        </pc:sldMkLst>
        <pc:spChg chg="add mod">
          <ac:chgData name="Taner Yasadur" userId="100b63cb-e5b1-4e99-9c34-44b26b622cd9" providerId="ADAL" clId="{E0A87947-CDCB-59D9-832A-B2ACEAA3012D}" dt="2026-06-12T08:09:06.320" v="1098"/>
          <ac:spMkLst>
            <pc:docMk/>
            <pc:sldMk cId="2987601097" sldId="262"/>
            <ac:spMk id="3" creationId="{432A1CA7-9585-7255-CAC6-645668544743}"/>
          </ac:spMkLst>
        </pc:spChg>
        <pc:spChg chg="add mod">
          <ac:chgData name="Taner Yasadur" userId="100b63cb-e5b1-4e99-9c34-44b26b622cd9" providerId="ADAL" clId="{E0A87947-CDCB-59D9-832A-B2ACEAA3012D}" dt="2026-06-12T08:09:06.320" v="1098"/>
          <ac:spMkLst>
            <pc:docMk/>
            <pc:sldMk cId="2987601097" sldId="262"/>
            <ac:spMk id="4" creationId="{61864D7B-8132-3E6D-7D23-B78E4CB41947}"/>
          </ac:spMkLst>
        </pc:spChg>
        <pc:spChg chg="mod">
          <ac:chgData name="Taner Yasadur" userId="100b63cb-e5b1-4e99-9c34-44b26b622cd9" providerId="ADAL" clId="{E0A87947-CDCB-59D9-832A-B2ACEAA3012D}" dt="2026-06-12T08:02:24.055" v="916" actId="14100"/>
          <ac:spMkLst>
            <pc:docMk/>
            <pc:sldMk cId="2987601097" sldId="262"/>
            <ac:spMk id="5" creationId="{317CCCCD-0451-097C-FE52-CD9A7AA86D1E}"/>
          </ac:spMkLst>
        </pc:spChg>
        <pc:spChg chg="add mod">
          <ac:chgData name="Taner Yasadur" userId="100b63cb-e5b1-4e99-9c34-44b26b622cd9" providerId="ADAL" clId="{E0A87947-CDCB-59D9-832A-B2ACEAA3012D}" dt="2026-06-12T08:09:06.320" v="1098"/>
          <ac:spMkLst>
            <pc:docMk/>
            <pc:sldMk cId="2987601097" sldId="262"/>
            <ac:spMk id="6" creationId="{563245E5-5733-CFA6-326A-867AC9662147}"/>
          </ac:spMkLst>
        </pc:spChg>
        <pc:spChg chg="mod">
          <ac:chgData name="Taner Yasadur" userId="100b63cb-e5b1-4e99-9c34-44b26b622cd9" providerId="ADAL" clId="{E0A87947-CDCB-59D9-832A-B2ACEAA3012D}" dt="2026-06-12T08:00:18.458" v="894" actId="1076"/>
          <ac:spMkLst>
            <pc:docMk/>
            <pc:sldMk cId="2987601097" sldId="262"/>
            <ac:spMk id="7" creationId="{1ECA054D-617C-82D5-6E31-E6FF009E4B03}"/>
          </ac:spMkLst>
        </pc:spChg>
        <pc:spChg chg="add mod">
          <ac:chgData name="Taner Yasadur" userId="100b63cb-e5b1-4e99-9c34-44b26b622cd9" providerId="ADAL" clId="{E0A87947-CDCB-59D9-832A-B2ACEAA3012D}" dt="2026-06-12T08:09:06.320" v="1098"/>
          <ac:spMkLst>
            <pc:docMk/>
            <pc:sldMk cId="2987601097" sldId="262"/>
            <ac:spMk id="8" creationId="{4701E49B-4815-FBC7-DED8-3FD9ADCDD5C2}"/>
          </ac:spMkLst>
        </pc:spChg>
        <pc:spChg chg="mod">
          <ac:chgData name="Taner Yasadur" userId="100b63cb-e5b1-4e99-9c34-44b26b622cd9" providerId="ADAL" clId="{E0A87947-CDCB-59D9-832A-B2ACEAA3012D}" dt="2026-06-12T07:59:09.155" v="877" actId="1076"/>
          <ac:spMkLst>
            <pc:docMk/>
            <pc:sldMk cId="2987601097" sldId="262"/>
            <ac:spMk id="9" creationId="{EA0FA644-57FE-CE7D-5C84-11ADF403E3C1}"/>
          </ac:spMkLst>
        </pc:spChg>
        <pc:spChg chg="add mod">
          <ac:chgData name="Taner Yasadur" userId="100b63cb-e5b1-4e99-9c34-44b26b622cd9" providerId="ADAL" clId="{E0A87947-CDCB-59D9-832A-B2ACEAA3012D}" dt="2026-06-12T08:09:06.320" v="1098"/>
          <ac:spMkLst>
            <pc:docMk/>
            <pc:sldMk cId="2987601097" sldId="262"/>
            <ac:spMk id="10" creationId="{715AE8BC-36A6-6F7D-3551-450AF08FEFC3}"/>
          </ac:spMkLst>
        </pc:spChg>
        <pc:spChg chg="add mod">
          <ac:chgData name="Taner Yasadur" userId="100b63cb-e5b1-4e99-9c34-44b26b622cd9" providerId="ADAL" clId="{E0A87947-CDCB-59D9-832A-B2ACEAA3012D}" dt="2026-06-12T08:09:06.320" v="1098"/>
          <ac:spMkLst>
            <pc:docMk/>
            <pc:sldMk cId="2987601097" sldId="262"/>
            <ac:spMk id="11" creationId="{D4491F7E-840E-CF24-0EFB-ABB386B803B5}"/>
          </ac:spMkLst>
        </pc:spChg>
        <pc:spChg chg="add mod">
          <ac:chgData name="Taner Yasadur" userId="100b63cb-e5b1-4e99-9c34-44b26b622cd9" providerId="ADAL" clId="{E0A87947-CDCB-59D9-832A-B2ACEAA3012D}" dt="2026-06-12T08:09:06.320" v="1098"/>
          <ac:spMkLst>
            <pc:docMk/>
            <pc:sldMk cId="2987601097" sldId="262"/>
            <ac:spMk id="12" creationId="{2D549AE8-417F-3EFF-14AF-C498E0FF06A3}"/>
          </ac:spMkLst>
        </pc:spChg>
        <pc:spChg chg="add mod">
          <ac:chgData name="Taner Yasadur" userId="100b63cb-e5b1-4e99-9c34-44b26b622cd9" providerId="ADAL" clId="{E0A87947-CDCB-59D9-832A-B2ACEAA3012D}" dt="2026-06-12T08:09:06.320" v="1098"/>
          <ac:spMkLst>
            <pc:docMk/>
            <pc:sldMk cId="2987601097" sldId="262"/>
            <ac:spMk id="13" creationId="{4D99D5DF-5295-D0B4-FD73-E74E22A38E80}"/>
          </ac:spMkLst>
        </pc:spChg>
        <pc:graphicFrameChg chg="add mod">
          <ac:chgData name="Taner Yasadur" userId="100b63cb-e5b1-4e99-9c34-44b26b622cd9" providerId="ADAL" clId="{E0A87947-CDCB-59D9-832A-B2ACEAA3012D}" dt="2026-06-12T08:01:40.757" v="911" actId="1957"/>
          <ac:graphicFrameMkLst>
            <pc:docMk/>
            <pc:sldMk cId="2987601097" sldId="262"/>
            <ac:graphicFrameMk id="2" creationId="{3C5CABE4-8BC0-3E8A-5919-7D8F57C288C9}"/>
          </ac:graphicFrameMkLst>
        </pc:graphicFrameChg>
      </pc:sldChg>
      <pc:sldChg chg="addSp delSp modSp mod modTransition">
        <pc:chgData name="Taner Yasadur" userId="100b63cb-e5b1-4e99-9c34-44b26b622cd9" providerId="ADAL" clId="{E0A87947-CDCB-59D9-832A-B2ACEAA3012D}" dt="2026-06-12T09:02:55.174" v="2334"/>
        <pc:sldMkLst>
          <pc:docMk/>
          <pc:sldMk cId="2050988677" sldId="263"/>
        </pc:sldMkLst>
        <pc:spChg chg="add mod">
          <ac:chgData name="Taner Yasadur" userId="100b63cb-e5b1-4e99-9c34-44b26b622cd9" providerId="ADAL" clId="{E0A87947-CDCB-59D9-832A-B2ACEAA3012D}" dt="2026-06-12T08:04:53.644" v="979" actId="167"/>
          <ac:spMkLst>
            <pc:docMk/>
            <pc:sldMk cId="2050988677" sldId="263"/>
            <ac:spMk id="2" creationId="{ED89F27A-A50E-51AC-4365-19CCFB3CCD16}"/>
          </ac:spMkLst>
        </pc:spChg>
        <pc:spChg chg="add mod">
          <ac:chgData name="Taner Yasadur" userId="100b63cb-e5b1-4e99-9c34-44b26b622cd9" providerId="ADAL" clId="{E0A87947-CDCB-59D9-832A-B2ACEAA3012D}" dt="2026-06-12T08:09:10.468" v="1100"/>
          <ac:spMkLst>
            <pc:docMk/>
            <pc:sldMk cId="2050988677" sldId="263"/>
            <ac:spMk id="3" creationId="{22B79E1E-0CAA-705E-1762-6B119ADA0357}"/>
          </ac:spMkLst>
        </pc:spChg>
        <pc:spChg chg="add mod">
          <ac:chgData name="Taner Yasadur" userId="100b63cb-e5b1-4e99-9c34-44b26b622cd9" providerId="ADAL" clId="{E0A87947-CDCB-59D9-832A-B2ACEAA3012D}" dt="2026-06-12T08:09:10.468" v="1100"/>
          <ac:spMkLst>
            <pc:docMk/>
            <pc:sldMk cId="2050988677" sldId="263"/>
            <ac:spMk id="4" creationId="{C3BCD494-267D-8A42-8117-8B503C570DC7}"/>
          </ac:spMkLst>
        </pc:spChg>
        <pc:spChg chg="del">
          <ac:chgData name="Taner Yasadur" userId="100b63cb-e5b1-4e99-9c34-44b26b622cd9" providerId="ADAL" clId="{E0A87947-CDCB-59D9-832A-B2ACEAA3012D}" dt="2026-06-12T08:04:50.968" v="977" actId="478"/>
          <ac:spMkLst>
            <pc:docMk/>
            <pc:sldMk cId="2050988677" sldId="263"/>
            <ac:spMk id="5" creationId="{5983598E-AE39-4FC1-5E9C-EEFE85DC58AB}"/>
          </ac:spMkLst>
        </pc:spChg>
        <pc:spChg chg="add mod">
          <ac:chgData name="Taner Yasadur" userId="100b63cb-e5b1-4e99-9c34-44b26b622cd9" providerId="ADAL" clId="{E0A87947-CDCB-59D9-832A-B2ACEAA3012D}" dt="2026-06-12T08:09:10.468" v="1100"/>
          <ac:spMkLst>
            <pc:docMk/>
            <pc:sldMk cId="2050988677" sldId="263"/>
            <ac:spMk id="6" creationId="{653F8507-C5A0-C27B-5AF5-2BC050FC80C8}"/>
          </ac:spMkLst>
        </pc:spChg>
        <pc:spChg chg="mod">
          <ac:chgData name="Taner Yasadur" userId="100b63cb-e5b1-4e99-9c34-44b26b622cd9" providerId="ADAL" clId="{E0A87947-CDCB-59D9-832A-B2ACEAA3012D}" dt="2026-06-12T08:08:14.893" v="1093" actId="20577"/>
          <ac:spMkLst>
            <pc:docMk/>
            <pc:sldMk cId="2050988677" sldId="263"/>
            <ac:spMk id="7" creationId="{BA3497F6-F4A3-C49F-4F5D-69067D0FDF29}"/>
          </ac:spMkLst>
        </pc:spChg>
        <pc:spChg chg="add mod">
          <ac:chgData name="Taner Yasadur" userId="100b63cb-e5b1-4e99-9c34-44b26b622cd9" providerId="ADAL" clId="{E0A87947-CDCB-59D9-832A-B2ACEAA3012D}" dt="2026-06-12T08:09:10.468" v="1100"/>
          <ac:spMkLst>
            <pc:docMk/>
            <pc:sldMk cId="2050988677" sldId="263"/>
            <ac:spMk id="8" creationId="{3D98E229-BEDA-ECFF-6908-CEE37FC305C6}"/>
          </ac:spMkLst>
        </pc:spChg>
        <pc:spChg chg="add mod">
          <ac:chgData name="Taner Yasadur" userId="100b63cb-e5b1-4e99-9c34-44b26b622cd9" providerId="ADAL" clId="{E0A87947-CDCB-59D9-832A-B2ACEAA3012D}" dt="2026-06-12T08:09:10.468" v="1100"/>
          <ac:spMkLst>
            <pc:docMk/>
            <pc:sldMk cId="2050988677" sldId="263"/>
            <ac:spMk id="9" creationId="{963D977E-2FBE-0FF5-E9E6-7136C662945C}"/>
          </ac:spMkLst>
        </pc:spChg>
        <pc:spChg chg="add mod">
          <ac:chgData name="Taner Yasadur" userId="100b63cb-e5b1-4e99-9c34-44b26b622cd9" providerId="ADAL" clId="{E0A87947-CDCB-59D9-832A-B2ACEAA3012D}" dt="2026-06-12T08:09:10.468" v="1100"/>
          <ac:spMkLst>
            <pc:docMk/>
            <pc:sldMk cId="2050988677" sldId="263"/>
            <ac:spMk id="10" creationId="{18B4CC58-DDB8-F731-A84D-2D70D4DC6B58}"/>
          </ac:spMkLst>
        </pc:spChg>
        <pc:spChg chg="add mod">
          <ac:chgData name="Taner Yasadur" userId="100b63cb-e5b1-4e99-9c34-44b26b622cd9" providerId="ADAL" clId="{E0A87947-CDCB-59D9-832A-B2ACEAA3012D}" dt="2026-06-12T08:09:10.468" v="1100"/>
          <ac:spMkLst>
            <pc:docMk/>
            <pc:sldMk cId="2050988677" sldId="263"/>
            <ac:spMk id="11" creationId="{253112B4-D670-4A7E-07BD-42D20B6440AE}"/>
          </ac:spMkLst>
        </pc:spChg>
        <pc:spChg chg="add mod">
          <ac:chgData name="Taner Yasadur" userId="100b63cb-e5b1-4e99-9c34-44b26b622cd9" providerId="ADAL" clId="{E0A87947-CDCB-59D9-832A-B2ACEAA3012D}" dt="2026-06-12T08:09:10.468" v="1100"/>
          <ac:spMkLst>
            <pc:docMk/>
            <pc:sldMk cId="2050988677" sldId="263"/>
            <ac:spMk id="12" creationId="{62BF0AF4-33A1-79BF-6C23-B2DC96031990}"/>
          </ac:spMkLst>
        </pc:spChg>
      </pc:sldChg>
      <pc:sldChg chg="modSp 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2134128962" sldId="264"/>
        </pc:sldMkLst>
        <pc:spChg chg="mod">
          <ac:chgData name="Taner Yasadur" userId="100b63cb-e5b1-4e99-9c34-44b26b622cd9" providerId="ADAL" clId="{E0A87947-CDCB-59D9-832A-B2ACEAA3012D}" dt="2026-06-12T08:03:47.522" v="956" actId="14100"/>
          <ac:spMkLst>
            <pc:docMk/>
            <pc:sldMk cId="2134128962" sldId="264"/>
            <ac:spMk id="7" creationId="{F08BC574-20A6-8568-E500-3DD60E9538F1}"/>
          </ac:spMkLst>
        </pc:spChg>
      </pc:sldChg>
      <pc:sldChg chg="addSp delSp modSp mod modTransition modShow">
        <pc:chgData name="Taner Yasadur" userId="100b63cb-e5b1-4e99-9c34-44b26b622cd9" providerId="ADAL" clId="{E0A87947-CDCB-59D9-832A-B2ACEAA3012D}" dt="2026-06-12T09:11:17.466" v="2423" actId="729"/>
        <pc:sldMkLst>
          <pc:docMk/>
          <pc:sldMk cId="1576568778" sldId="265"/>
        </pc:sldMkLst>
        <pc:spChg chg="add mod">
          <ac:chgData name="Taner Yasadur" userId="100b63cb-e5b1-4e99-9c34-44b26b622cd9" providerId="ADAL" clId="{E0A87947-CDCB-59D9-832A-B2ACEAA3012D}" dt="2026-06-12T08:02:35.285" v="919" actId="167"/>
          <ac:spMkLst>
            <pc:docMk/>
            <pc:sldMk cId="1576568778" sldId="265"/>
            <ac:spMk id="2" creationId="{DDCB5570-4D83-DC9F-CE6E-53F75597E17E}"/>
          </ac:spMkLst>
        </pc:spChg>
        <pc:spChg chg="add del mod">
          <ac:chgData name="Taner Yasadur" userId="100b63cb-e5b1-4e99-9c34-44b26b622cd9" providerId="ADAL" clId="{E0A87947-CDCB-59D9-832A-B2ACEAA3012D}" dt="2026-06-12T08:02:27.190" v="917" actId="478"/>
          <ac:spMkLst>
            <pc:docMk/>
            <pc:sldMk cId="1576568778" sldId="265"/>
            <ac:spMk id="5" creationId="{6B6A1491-C519-8A73-D94B-B384B9B61F16}"/>
          </ac:spMkLst>
        </pc:spChg>
        <pc:spChg chg="mod">
          <ac:chgData name="Taner Yasadur" userId="100b63cb-e5b1-4e99-9c34-44b26b622cd9" providerId="ADAL" clId="{E0A87947-CDCB-59D9-832A-B2ACEAA3012D}" dt="2026-06-12T08:58:56.919" v="2040" actId="14100"/>
          <ac:spMkLst>
            <pc:docMk/>
            <pc:sldMk cId="1576568778" sldId="265"/>
            <ac:spMk id="9" creationId="{4062EE69-02A4-E5EF-3158-93E953B86860}"/>
          </ac:spMkLst>
        </pc:spChg>
      </pc:sldChg>
      <pc:sldChg chg="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325231522" sldId="268"/>
        </pc:sldMkLst>
      </pc:sldChg>
      <pc:sldChg chg="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2533360620" sldId="269"/>
        </pc:sldMkLst>
      </pc:sldChg>
      <pc:sldChg chg="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2936435693" sldId="271"/>
        </pc:sldMkLst>
      </pc:sldChg>
      <pc:sldChg chg="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245755935" sldId="272"/>
        </pc:sldMkLst>
      </pc:sldChg>
      <pc:sldChg chg="addSp delSp 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1015294707" sldId="273"/>
        </pc:sldMkLst>
        <pc:spChg chg="add">
          <ac:chgData name="Taner Yasadur" userId="100b63cb-e5b1-4e99-9c34-44b26b622cd9" providerId="ADAL" clId="{E0A87947-CDCB-59D9-832A-B2ACEAA3012D}" dt="2026-06-12T09:01:52.585" v="2329"/>
          <ac:spMkLst>
            <pc:docMk/>
            <pc:sldMk cId="1015294707" sldId="273"/>
            <ac:spMk id="3" creationId="{F32F91BF-EE43-01A2-E184-0A7B1BBF6A5A}"/>
          </ac:spMkLst>
        </pc:spChg>
        <pc:spChg chg="add del">
          <ac:chgData name="Taner Yasadur" userId="100b63cb-e5b1-4e99-9c34-44b26b622cd9" providerId="ADAL" clId="{E0A87947-CDCB-59D9-832A-B2ACEAA3012D}" dt="2026-06-12T09:01:54.600" v="2330" actId="478"/>
          <ac:spMkLst>
            <pc:docMk/>
            <pc:sldMk cId="1015294707" sldId="273"/>
            <ac:spMk id="5" creationId="{3FB5DABA-BF4B-7851-8D1E-34AE1C37353C}"/>
          </ac:spMkLst>
        </pc:spChg>
      </pc:sldChg>
      <pc:sldChg chg="addSp delSp modSp add del mod modTransition modShow">
        <pc:chgData name="Taner Yasadur" userId="100b63cb-e5b1-4e99-9c34-44b26b622cd9" providerId="ADAL" clId="{E0A87947-CDCB-59D9-832A-B2ACEAA3012D}" dt="2026-06-12T09:02:55.174" v="2334"/>
        <pc:sldMkLst>
          <pc:docMk/>
          <pc:sldMk cId="1950853884" sldId="274"/>
        </pc:sldMkLst>
        <pc:spChg chg="add mod">
          <ac:chgData name="Taner Yasadur" userId="100b63cb-e5b1-4e99-9c34-44b26b622cd9" providerId="ADAL" clId="{E0A87947-CDCB-59D9-832A-B2ACEAA3012D}" dt="2026-06-12T08:07:48.248" v="1060" actId="108"/>
          <ac:spMkLst>
            <pc:docMk/>
            <pc:sldMk cId="1950853884" sldId="274"/>
            <ac:spMk id="2" creationId="{52087166-20F0-7411-A163-0304D0C06205}"/>
          </ac:spMkLst>
        </pc:spChg>
        <pc:spChg chg="del">
          <ac:chgData name="Taner Yasadur" userId="100b63cb-e5b1-4e99-9c34-44b26b622cd9" providerId="ADAL" clId="{E0A87947-CDCB-59D9-832A-B2ACEAA3012D}" dt="2026-06-12T08:07:45.348" v="1057" actId="478"/>
          <ac:spMkLst>
            <pc:docMk/>
            <pc:sldMk cId="1950853884" sldId="274"/>
            <ac:spMk id="5" creationId="{5377BE5D-A963-1487-52D8-E5EDD4688CFE}"/>
          </ac:spMkLst>
        </pc:spChg>
      </pc:sldChg>
      <pc:sldChg chg="modSp new mod modTransition">
        <pc:chgData name="Taner Yasadur" userId="100b63cb-e5b1-4e99-9c34-44b26b622cd9" providerId="ADAL" clId="{E0A87947-CDCB-59D9-832A-B2ACEAA3012D}" dt="2026-06-12T09:04:01.801" v="2351"/>
        <pc:sldMkLst>
          <pc:docMk/>
          <pc:sldMk cId="2257216109" sldId="275"/>
        </pc:sldMkLst>
        <pc:spChg chg="mod">
          <ac:chgData name="Taner Yasadur" userId="100b63cb-e5b1-4e99-9c34-44b26b622cd9" providerId="ADAL" clId="{E0A87947-CDCB-59D9-832A-B2ACEAA3012D}" dt="2026-06-12T09:04:01.801" v="2351"/>
          <ac:spMkLst>
            <pc:docMk/>
            <pc:sldMk cId="2257216109" sldId="275"/>
            <ac:spMk id="2" creationId="{DE167B8B-021A-5FD5-9882-FB8C8B38BCEB}"/>
          </ac:spMkLst>
        </pc:spChg>
        <pc:spChg chg="mod">
          <ac:chgData name="Taner Yasadur" userId="100b63cb-e5b1-4e99-9c34-44b26b622cd9" providerId="ADAL" clId="{E0A87947-CDCB-59D9-832A-B2ACEAA3012D}" dt="2026-06-12T09:04:01.801" v="2351"/>
          <ac:spMkLst>
            <pc:docMk/>
            <pc:sldMk cId="2257216109" sldId="275"/>
            <ac:spMk id="3" creationId="{D79D207C-B06D-6327-4F86-6E57914553E1}"/>
          </ac:spMkLst>
        </pc:spChg>
      </pc:sldChg>
      <pc:sldChg chg="modSp new mod ord modTransition">
        <pc:chgData name="Taner Yasadur" userId="100b63cb-e5b1-4e99-9c34-44b26b622cd9" providerId="ADAL" clId="{E0A87947-CDCB-59D9-832A-B2ACEAA3012D}" dt="2026-06-12T09:04:01.801" v="2351"/>
        <pc:sldMkLst>
          <pc:docMk/>
          <pc:sldMk cId="991792639" sldId="276"/>
        </pc:sldMkLst>
        <pc:spChg chg="mod">
          <ac:chgData name="Taner Yasadur" userId="100b63cb-e5b1-4e99-9c34-44b26b622cd9" providerId="ADAL" clId="{E0A87947-CDCB-59D9-832A-B2ACEAA3012D}" dt="2026-06-12T09:04:01.801" v="2351"/>
          <ac:spMkLst>
            <pc:docMk/>
            <pc:sldMk cId="991792639" sldId="276"/>
            <ac:spMk id="2" creationId="{8495E36B-FA55-583D-3A4C-18254468FB75}"/>
          </ac:spMkLst>
        </pc:spChg>
        <pc:spChg chg="mod">
          <ac:chgData name="Taner Yasadur" userId="100b63cb-e5b1-4e99-9c34-44b26b622cd9" providerId="ADAL" clId="{E0A87947-CDCB-59D9-832A-B2ACEAA3012D}" dt="2026-06-12T09:04:01.801" v="2351"/>
          <ac:spMkLst>
            <pc:docMk/>
            <pc:sldMk cId="991792639" sldId="276"/>
            <ac:spMk id="3" creationId="{6E6E4AB6-FFD6-D01E-2AD3-266B283A700E}"/>
          </ac:spMkLst>
        </pc:spChg>
      </pc:sldChg>
      <pc:sldChg chg="modSp new mod ord modTransition">
        <pc:chgData name="Taner Yasadur" userId="100b63cb-e5b1-4e99-9c34-44b26b622cd9" providerId="ADAL" clId="{E0A87947-CDCB-59D9-832A-B2ACEAA3012D}" dt="2026-06-12T09:09:16.257" v="2422" actId="20577"/>
        <pc:sldMkLst>
          <pc:docMk/>
          <pc:sldMk cId="1998039827" sldId="277"/>
        </pc:sldMkLst>
        <pc:spChg chg="mod">
          <ac:chgData name="Taner Yasadur" userId="100b63cb-e5b1-4e99-9c34-44b26b622cd9" providerId="ADAL" clId="{E0A87947-CDCB-59D9-832A-B2ACEAA3012D}" dt="2026-06-12T09:04:01.801" v="2351"/>
          <ac:spMkLst>
            <pc:docMk/>
            <pc:sldMk cId="1998039827" sldId="277"/>
            <ac:spMk id="2" creationId="{08C12F7C-A00B-9358-38E3-19BA3E8A61D7}"/>
          </ac:spMkLst>
        </pc:spChg>
        <pc:spChg chg="mod">
          <ac:chgData name="Taner Yasadur" userId="100b63cb-e5b1-4e99-9c34-44b26b622cd9" providerId="ADAL" clId="{E0A87947-CDCB-59D9-832A-B2ACEAA3012D}" dt="2026-06-12T09:09:16.257" v="2422" actId="20577"/>
          <ac:spMkLst>
            <pc:docMk/>
            <pc:sldMk cId="1998039827" sldId="277"/>
            <ac:spMk id="3" creationId="{F557887C-AC9E-6508-E1AB-6325C904F71B}"/>
          </ac:spMkLst>
        </pc:spChg>
      </pc:sldChg>
      <pc:sldChg chg="modSp new mod ord modTransition">
        <pc:chgData name="Taner Yasadur" userId="100b63cb-e5b1-4e99-9c34-44b26b622cd9" providerId="ADAL" clId="{E0A87947-CDCB-59D9-832A-B2ACEAA3012D}" dt="2026-06-12T09:04:01.801" v="2351"/>
        <pc:sldMkLst>
          <pc:docMk/>
          <pc:sldMk cId="1316134983" sldId="278"/>
        </pc:sldMkLst>
        <pc:spChg chg="mod">
          <ac:chgData name="Taner Yasadur" userId="100b63cb-e5b1-4e99-9c34-44b26b622cd9" providerId="ADAL" clId="{E0A87947-CDCB-59D9-832A-B2ACEAA3012D}" dt="2026-06-12T09:04:01.801" v="2351"/>
          <ac:spMkLst>
            <pc:docMk/>
            <pc:sldMk cId="1316134983" sldId="278"/>
            <ac:spMk id="2" creationId="{78E20FAC-CBDD-F7F3-FE53-5D6E6C4FB241}"/>
          </ac:spMkLst>
        </pc:spChg>
        <pc:spChg chg="mod">
          <ac:chgData name="Taner Yasadur" userId="100b63cb-e5b1-4e99-9c34-44b26b622cd9" providerId="ADAL" clId="{E0A87947-CDCB-59D9-832A-B2ACEAA3012D}" dt="2026-06-12T09:04:01.801" v="2351"/>
          <ac:spMkLst>
            <pc:docMk/>
            <pc:sldMk cId="1316134983" sldId="278"/>
            <ac:spMk id="3" creationId="{B9C3B7B0-733C-C662-91D9-4286EF028E32}"/>
          </ac:spMkLst>
        </pc:spChg>
      </pc:sldChg>
    </pc:docChg>
  </pc:docChgLst>
  <pc:docChgLst>
    <pc:chgData name="Janis Müller" userId="S::muellerja99001@th-nuernberg.de::86f7091f-a8d5-41d9-8790-fcf30a7b9da2" providerId="AD" clId="Web-{5F967BA7-6E38-317D-062F-66300C07BF9D}"/>
    <pc:docChg chg="addSld delSld modSld sldOrd">
      <pc:chgData name="Janis Müller" userId="S::muellerja99001@th-nuernberg.de::86f7091f-a8d5-41d9-8790-fcf30a7b9da2" providerId="AD" clId="Web-{5F967BA7-6E38-317D-062F-66300C07BF9D}" dt="2026-06-11T20:13:41.695" v="723"/>
      <pc:docMkLst>
        <pc:docMk/>
      </pc:docMkLst>
      <pc:sldChg chg="modSp">
        <pc:chgData name="Janis Müller" userId="S::muellerja99001@th-nuernberg.de::86f7091f-a8d5-41d9-8790-fcf30a7b9da2" providerId="AD" clId="Web-{5F967BA7-6E38-317D-062F-66300C07BF9D}" dt="2026-06-11T19:33:34.303" v="52" actId="20577"/>
        <pc:sldMkLst>
          <pc:docMk/>
          <pc:sldMk cId="109857222" sldId="256"/>
        </pc:sldMkLst>
        <pc:spChg chg="mod">
          <ac:chgData name="Janis Müller" userId="S::muellerja99001@th-nuernberg.de::86f7091f-a8d5-41d9-8790-fcf30a7b9da2" providerId="AD" clId="Web-{5F967BA7-6E38-317D-062F-66300C07BF9D}" dt="2026-06-11T19:33:34.303" v="5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ord">
        <pc:chgData name="Janis Müller" userId="S::muellerja99001@th-nuernberg.de::86f7091f-a8d5-41d9-8790-fcf30a7b9da2" providerId="AD" clId="Web-{5F967BA7-6E38-317D-062F-66300C07BF9D}" dt="2026-06-11T19:54:29.683" v="287"/>
        <pc:sldMkLst>
          <pc:docMk/>
          <pc:sldMk cId="1190597843" sldId="257"/>
        </pc:sldMkLst>
      </pc:sldChg>
      <pc:sldChg chg="ord">
        <pc:chgData name="Janis Müller" userId="S::muellerja99001@th-nuernberg.de::86f7091f-a8d5-41d9-8790-fcf30a7b9da2" providerId="AD" clId="Web-{5F967BA7-6E38-317D-062F-66300C07BF9D}" dt="2026-06-11T19:54:53.622" v="288"/>
        <pc:sldMkLst>
          <pc:docMk/>
          <pc:sldMk cId="3581947706" sldId="258"/>
        </pc:sldMkLst>
      </pc:sldChg>
      <pc:sldChg chg="modSp">
        <pc:chgData name="Janis Müller" userId="S::muellerja99001@th-nuernberg.de::86f7091f-a8d5-41d9-8790-fcf30a7b9da2" providerId="AD" clId="Web-{5F967BA7-6E38-317D-062F-66300C07BF9D}" dt="2026-06-11T18:42:06.632" v="24" actId="20577"/>
        <pc:sldMkLst>
          <pc:docMk/>
          <pc:sldMk cId="1701226767" sldId="261"/>
        </pc:sldMkLst>
        <pc:spChg chg="mod">
          <ac:chgData name="Janis Müller" userId="S::muellerja99001@th-nuernberg.de::86f7091f-a8d5-41d9-8790-fcf30a7b9da2" providerId="AD" clId="Web-{5F967BA7-6E38-317D-062F-66300C07BF9D}" dt="2026-06-11T18:42:06.632" v="24" actId="20577"/>
          <ac:spMkLst>
            <pc:docMk/>
            <pc:sldMk cId="1701226767" sldId="261"/>
            <ac:spMk id="7" creationId="{C0796EF3-A94D-DDE1-CBA7-6DBDBAA0B7FB}"/>
          </ac:spMkLst>
        </pc:spChg>
      </pc:sldChg>
      <pc:sldChg chg="modSp">
        <pc:chgData name="Janis Müller" userId="S::muellerja99001@th-nuernberg.de::86f7091f-a8d5-41d9-8790-fcf30a7b9da2" providerId="AD" clId="Web-{5F967BA7-6E38-317D-062F-66300C07BF9D}" dt="2026-06-11T18:42:46.729" v="51" actId="20577"/>
        <pc:sldMkLst>
          <pc:docMk/>
          <pc:sldMk cId="2050988677" sldId="263"/>
        </pc:sldMkLst>
        <pc:spChg chg="mod">
          <ac:chgData name="Janis Müller" userId="S::muellerja99001@th-nuernberg.de::86f7091f-a8d5-41d9-8790-fcf30a7b9da2" providerId="AD" clId="Web-{5F967BA7-6E38-317D-062F-66300C07BF9D}" dt="2026-06-11T18:42:46.729" v="51" actId="20577"/>
          <ac:spMkLst>
            <pc:docMk/>
            <pc:sldMk cId="2050988677" sldId="263"/>
            <ac:spMk id="7" creationId="{BA3497F6-F4A3-C49F-4F5D-69067D0FDF29}"/>
          </ac:spMkLst>
        </pc:spChg>
      </pc:sldChg>
      <pc:sldChg chg="new del">
        <pc:chgData name="Janis Müller" userId="S::muellerja99001@th-nuernberg.de::86f7091f-a8d5-41d9-8790-fcf30a7b9da2" providerId="AD" clId="Web-{5F967BA7-6E38-317D-062F-66300C07BF9D}" dt="2026-06-11T19:39:22.752" v="91"/>
        <pc:sldMkLst>
          <pc:docMk/>
          <pc:sldMk cId="2187177449" sldId="266"/>
        </pc:sldMkLst>
      </pc:sldChg>
      <pc:sldChg chg="modSp new del">
        <pc:chgData name="Janis Müller" userId="S::muellerja99001@th-nuernberg.de::86f7091f-a8d5-41d9-8790-fcf30a7b9da2" providerId="AD" clId="Web-{5F967BA7-6E38-317D-062F-66300C07BF9D}" dt="2026-06-11T19:39:20.877" v="90"/>
        <pc:sldMkLst>
          <pc:docMk/>
          <pc:sldMk cId="972596151" sldId="267"/>
        </pc:sldMkLst>
        <pc:spChg chg="mod">
          <ac:chgData name="Janis Müller" userId="S::muellerja99001@th-nuernberg.de::86f7091f-a8d5-41d9-8790-fcf30a7b9da2" providerId="AD" clId="Web-{5F967BA7-6E38-317D-062F-66300C07BF9D}" dt="2026-06-11T19:37:44.088" v="88" actId="20577"/>
          <ac:spMkLst>
            <pc:docMk/>
            <pc:sldMk cId="972596151" sldId="267"/>
            <ac:spMk id="3" creationId="{8636619A-16C4-1062-CF02-0D04215EBD0E}"/>
          </ac:spMkLst>
        </pc:spChg>
      </pc:sldChg>
      <pc:sldChg chg="modSp add replId">
        <pc:chgData name="Janis Müller" userId="S::muellerja99001@th-nuernberg.de::86f7091f-a8d5-41d9-8790-fcf30a7b9da2" providerId="AD" clId="Web-{5F967BA7-6E38-317D-062F-66300C07BF9D}" dt="2026-06-11T20:01:17.777" v="461" actId="20577"/>
        <pc:sldMkLst>
          <pc:docMk/>
          <pc:sldMk cId="325231522" sldId="268"/>
        </pc:sldMkLst>
        <pc:spChg chg="mod">
          <ac:chgData name="Janis Müller" userId="S::muellerja99001@th-nuernberg.de::86f7091f-a8d5-41d9-8790-fcf30a7b9da2" providerId="AD" clId="Web-{5F967BA7-6E38-317D-062F-66300C07BF9D}" dt="2026-06-11T20:01:17.777" v="461" actId="20577"/>
          <ac:spMkLst>
            <pc:docMk/>
            <pc:sldMk cId="325231522" sldId="268"/>
            <ac:spMk id="3" creationId="{175F17B7-438F-6597-77C5-F6FC160A6F81}"/>
          </ac:spMkLst>
        </pc:spChg>
        <pc:spChg chg="mod">
          <ac:chgData name="Janis Müller" userId="S::muellerja99001@th-nuernberg.de::86f7091f-a8d5-41d9-8790-fcf30a7b9da2" providerId="AD" clId="Web-{5F967BA7-6E38-317D-062F-66300C07BF9D}" dt="2026-06-11T20:01:14.386" v="459" actId="20577"/>
          <ac:spMkLst>
            <pc:docMk/>
            <pc:sldMk cId="325231522" sldId="268"/>
            <ac:spMk id="4" creationId="{0C6B94AC-C9B1-21CC-9207-B22376CDE6BB}"/>
          </ac:spMkLst>
        </pc:spChg>
      </pc:sldChg>
      <pc:sldChg chg="delSp modSp add replId">
        <pc:chgData name="Janis Müller" userId="S::muellerja99001@th-nuernberg.de::86f7091f-a8d5-41d9-8790-fcf30a7b9da2" providerId="AD" clId="Web-{5F967BA7-6E38-317D-062F-66300C07BF9D}" dt="2026-06-11T20:09:03.095" v="653" actId="20577"/>
        <pc:sldMkLst>
          <pc:docMk/>
          <pc:sldMk cId="2533360620" sldId="269"/>
        </pc:sldMkLst>
        <pc:spChg chg="mod">
          <ac:chgData name="Janis Müller" userId="S::muellerja99001@th-nuernberg.de::86f7091f-a8d5-41d9-8790-fcf30a7b9da2" providerId="AD" clId="Web-{5F967BA7-6E38-317D-062F-66300C07BF9D}" dt="2026-06-11T20:09:03.095" v="653" actId="20577"/>
          <ac:spMkLst>
            <pc:docMk/>
            <pc:sldMk cId="2533360620" sldId="269"/>
            <ac:spMk id="3" creationId="{285EB52D-5226-7277-21EA-5E14811F1A5E}"/>
          </ac:spMkLst>
        </pc:spChg>
        <pc:spChg chg="mod">
          <ac:chgData name="Janis Müller" userId="S::muellerja99001@th-nuernberg.de::86f7091f-a8d5-41d9-8790-fcf30a7b9da2" providerId="AD" clId="Web-{5F967BA7-6E38-317D-062F-66300C07BF9D}" dt="2026-06-11T19:52:07.844" v="284" actId="20577"/>
          <ac:spMkLst>
            <pc:docMk/>
            <pc:sldMk cId="2533360620" sldId="269"/>
            <ac:spMk id="4" creationId="{0079D0BB-659C-1478-4606-BFA604040C83}"/>
          </ac:spMkLst>
        </pc:spChg>
        <pc:picChg chg="del">
          <ac:chgData name="Janis Müller" userId="S::muellerja99001@th-nuernberg.de::86f7091f-a8d5-41d9-8790-fcf30a7b9da2" providerId="AD" clId="Web-{5F967BA7-6E38-317D-062F-66300C07BF9D}" dt="2026-06-11T19:44:30.369" v="181"/>
          <ac:picMkLst>
            <pc:docMk/>
            <pc:sldMk cId="2533360620" sldId="269"/>
            <ac:picMk id="2" creationId="{39FFF596-B1F1-B8D6-B96D-9F77CE88C411}"/>
          </ac:picMkLst>
        </pc:picChg>
      </pc:sldChg>
      <pc:sldChg chg="del">
        <pc:chgData name="Janis Müller" userId="S::muellerja99001@th-nuernberg.de::86f7091f-a8d5-41d9-8790-fcf30a7b9da2" providerId="AD" clId="Web-{5F967BA7-6E38-317D-062F-66300C07BF9D}" dt="2026-06-11T20:01:19.418" v="462"/>
        <pc:sldMkLst>
          <pc:docMk/>
          <pc:sldMk cId="1153154696" sldId="270"/>
        </pc:sldMkLst>
      </pc:sldChg>
      <pc:sldChg chg="addSp modSp add ord replId">
        <pc:chgData name="Janis Müller" userId="S::muellerja99001@th-nuernberg.de::86f7091f-a8d5-41d9-8790-fcf30a7b9da2" providerId="AD" clId="Web-{5F967BA7-6E38-317D-062F-66300C07BF9D}" dt="2026-06-11T20:10:39.900" v="698" actId="20577"/>
        <pc:sldMkLst>
          <pc:docMk/>
          <pc:sldMk cId="2936435693" sldId="271"/>
        </pc:sldMkLst>
        <pc:spChg chg="add mod">
          <ac:chgData name="Janis Müller" userId="S::muellerja99001@th-nuernberg.de::86f7091f-a8d5-41d9-8790-fcf30a7b9da2" providerId="AD" clId="Web-{5F967BA7-6E38-317D-062F-66300C07BF9D}" dt="2026-06-11T20:03:58.196" v="574" actId="20577"/>
          <ac:spMkLst>
            <pc:docMk/>
            <pc:sldMk cId="2936435693" sldId="271"/>
            <ac:spMk id="2" creationId="{7835AC62-468E-910A-B18C-A2CB20FE75A4}"/>
          </ac:spMkLst>
        </pc:spChg>
        <pc:spChg chg="mod">
          <ac:chgData name="Janis Müller" userId="S::muellerja99001@th-nuernberg.de::86f7091f-a8d5-41d9-8790-fcf30a7b9da2" providerId="AD" clId="Web-{5F967BA7-6E38-317D-062F-66300C07BF9D}" dt="2026-06-11T20:10:39.900" v="698" actId="20577"/>
          <ac:spMkLst>
            <pc:docMk/>
            <pc:sldMk cId="2936435693" sldId="271"/>
            <ac:spMk id="7" creationId="{2D69D087-2D68-8F47-460C-9FA892993ACE}"/>
          </ac:spMkLst>
        </pc:spChg>
      </pc:sldChg>
      <pc:sldChg chg="addSp modSp add replId">
        <pc:chgData name="Janis Müller" userId="S::muellerja99001@th-nuernberg.de::86f7091f-a8d5-41d9-8790-fcf30a7b9da2" providerId="AD" clId="Web-{5F967BA7-6E38-317D-062F-66300C07BF9D}" dt="2026-06-11T20:06:44.428" v="634" actId="20577"/>
        <pc:sldMkLst>
          <pc:docMk/>
          <pc:sldMk cId="245755935" sldId="272"/>
        </pc:sldMkLst>
        <pc:spChg chg="add mod">
          <ac:chgData name="Janis Müller" userId="S::muellerja99001@th-nuernberg.de::86f7091f-a8d5-41d9-8790-fcf30a7b9da2" providerId="AD" clId="Web-{5F967BA7-6E38-317D-062F-66300C07BF9D}" dt="2026-06-11T20:06:44.428" v="634" actId="20577"/>
          <ac:spMkLst>
            <pc:docMk/>
            <pc:sldMk cId="245755935" sldId="272"/>
            <ac:spMk id="2" creationId="{DA8553D2-B19B-EB7F-B508-ED5847FBBF4E}"/>
          </ac:spMkLst>
        </pc:spChg>
        <pc:spChg chg="mod">
          <ac:chgData name="Janis Müller" userId="S::muellerja99001@th-nuernberg.de::86f7091f-a8d5-41d9-8790-fcf30a7b9da2" providerId="AD" clId="Web-{5F967BA7-6E38-317D-062F-66300C07BF9D}" dt="2026-06-11T20:01:37.732" v="464" actId="20577"/>
          <ac:spMkLst>
            <pc:docMk/>
            <pc:sldMk cId="245755935" sldId="272"/>
            <ac:spMk id="7" creationId="{D4B1023D-AC83-B928-0B89-5E4B9C52365B}"/>
          </ac:spMkLst>
        </pc:spChg>
      </pc:sldChg>
      <pc:sldChg chg="modSp add replId">
        <pc:chgData name="Janis Müller" userId="S::muellerja99001@th-nuernberg.de::86f7091f-a8d5-41d9-8790-fcf30a7b9da2" providerId="AD" clId="Web-{5F967BA7-6E38-317D-062F-66300C07BF9D}" dt="2026-06-11T20:11:47.514" v="720" actId="20577"/>
        <pc:sldMkLst>
          <pc:docMk/>
          <pc:sldMk cId="1015294707" sldId="273"/>
        </pc:sldMkLst>
        <pc:spChg chg="mod">
          <ac:chgData name="Janis Müller" userId="S::muellerja99001@th-nuernberg.de::86f7091f-a8d5-41d9-8790-fcf30a7b9da2" providerId="AD" clId="Web-{5F967BA7-6E38-317D-062F-66300C07BF9D}" dt="2026-06-11T20:11:47.514" v="720" actId="20577"/>
          <ac:spMkLst>
            <pc:docMk/>
            <pc:sldMk cId="1015294707" sldId="273"/>
            <ac:spMk id="2" creationId="{9C6F074E-D2C0-41E9-88F6-5DAFA548BF5D}"/>
          </ac:spMkLst>
        </pc:spChg>
      </pc:sldChg>
      <pc:sldChg chg="delSp add replId">
        <pc:chgData name="Janis Müller" userId="S::muellerja99001@th-nuernberg.de::86f7091f-a8d5-41d9-8790-fcf30a7b9da2" providerId="AD" clId="Web-{5F967BA7-6E38-317D-062F-66300C07BF9D}" dt="2026-06-11T20:13:41.695" v="723"/>
        <pc:sldMkLst>
          <pc:docMk/>
          <pc:sldMk cId="1950853884" sldId="274"/>
        </pc:sldMkLst>
        <pc:spChg chg="del">
          <ac:chgData name="Janis Müller" userId="S::muellerja99001@th-nuernberg.de::86f7091f-a8d5-41d9-8790-fcf30a7b9da2" providerId="AD" clId="Web-{5F967BA7-6E38-317D-062F-66300C07BF9D}" dt="2026-06-11T20:13:41.695" v="723"/>
          <ac:spMkLst>
            <pc:docMk/>
            <pc:sldMk cId="1950853884" sldId="274"/>
            <ac:spMk id="2" creationId="{D7BE757D-CF9D-1E3A-B186-503531276B2C}"/>
          </ac:spMkLst>
        </pc:spChg>
        <pc:spChg chg="del">
          <ac:chgData name="Janis Müller" userId="S::muellerja99001@th-nuernberg.de::86f7091f-a8d5-41d9-8790-fcf30a7b9da2" providerId="AD" clId="Web-{5F967BA7-6E38-317D-062F-66300C07BF9D}" dt="2026-06-11T20:13:40.195" v="722"/>
          <ac:spMkLst>
            <pc:docMk/>
            <pc:sldMk cId="1950853884" sldId="274"/>
            <ac:spMk id="7" creationId="{166425F4-0308-AF57-5626-665846AF0A0D}"/>
          </ac:spMkLst>
        </pc:spChg>
      </pc:sldChg>
    </pc:docChg>
  </pc:docChgLst>
  <pc:docChgLst>
    <pc:chgData name="Janis Müller" userId="S::muellerja99001@th-nuernberg.de::86f7091f-a8d5-41d9-8790-fcf30a7b9da2" providerId="AD" clId="Web-{80A92434-ADB0-FBE4-074E-ED617B15FAA4}"/>
    <pc:docChg chg="addSld delSld modSld">
      <pc:chgData name="Janis Müller" userId="S::muellerja99001@th-nuernberg.de::86f7091f-a8d5-41d9-8790-fcf30a7b9da2" providerId="AD" clId="Web-{80A92434-ADB0-FBE4-074E-ED617B15FAA4}" dt="2026-06-05T10:49:11.574" v="134" actId="20577"/>
      <pc:docMkLst>
        <pc:docMk/>
      </pc:docMkLst>
      <pc:sldChg chg="modSp">
        <pc:chgData name="Janis Müller" userId="S::muellerja99001@th-nuernberg.de::86f7091f-a8d5-41d9-8790-fcf30a7b9da2" providerId="AD" clId="Web-{80A92434-ADB0-FBE4-074E-ED617B15FAA4}" dt="2026-06-05T09:55:53.600" v="3" actId="20577"/>
        <pc:sldMkLst>
          <pc:docMk/>
          <pc:sldMk cId="1190597843" sldId="257"/>
        </pc:sldMkLst>
        <pc:spChg chg="mod">
          <ac:chgData name="Janis Müller" userId="S::muellerja99001@th-nuernberg.de::86f7091f-a8d5-41d9-8790-fcf30a7b9da2" providerId="AD" clId="Web-{80A92434-ADB0-FBE4-074E-ED617B15FAA4}" dt="2026-06-05T09:55:53.600" v="3" actId="20577"/>
          <ac:spMkLst>
            <pc:docMk/>
            <pc:sldMk cId="1190597843" sldId="257"/>
            <ac:spMk id="16" creationId="{E2B16A1B-F246-8FE1-0BB0-78F26D5D6224}"/>
          </ac:spMkLst>
        </pc:spChg>
      </pc:sldChg>
      <pc:sldChg chg="modSp">
        <pc:chgData name="Janis Müller" userId="S::muellerja99001@th-nuernberg.de::86f7091f-a8d5-41d9-8790-fcf30a7b9da2" providerId="AD" clId="Web-{80A92434-ADB0-FBE4-074E-ED617B15FAA4}" dt="2026-06-05T10:28:46.187" v="69" actId="20577"/>
        <pc:sldMkLst>
          <pc:docMk/>
          <pc:sldMk cId="1701226767" sldId="261"/>
        </pc:sldMkLst>
        <pc:spChg chg="mod">
          <ac:chgData name="Janis Müller" userId="S::muellerja99001@th-nuernberg.de::86f7091f-a8d5-41d9-8790-fcf30a7b9da2" providerId="AD" clId="Web-{80A92434-ADB0-FBE4-074E-ED617B15FAA4}" dt="2026-06-05T10:28:46.187" v="69" actId="20577"/>
          <ac:spMkLst>
            <pc:docMk/>
            <pc:sldMk cId="1701226767" sldId="261"/>
            <ac:spMk id="7" creationId="{C0796EF3-A94D-DDE1-CBA7-6DBDBAA0B7FB}"/>
          </ac:spMkLst>
        </pc:spChg>
      </pc:sldChg>
      <pc:sldChg chg="modSp add replId">
        <pc:chgData name="Janis Müller" userId="S::muellerja99001@th-nuernberg.de::86f7091f-a8d5-41d9-8790-fcf30a7b9da2" providerId="AD" clId="Web-{80A92434-ADB0-FBE4-074E-ED617B15FAA4}" dt="2026-06-05T10:49:11.574" v="134" actId="20577"/>
        <pc:sldMkLst>
          <pc:docMk/>
          <pc:sldMk cId="2050988677" sldId="263"/>
        </pc:sldMkLst>
        <pc:spChg chg="mod">
          <ac:chgData name="Janis Müller" userId="S::muellerja99001@th-nuernberg.de::86f7091f-a8d5-41d9-8790-fcf30a7b9da2" providerId="AD" clId="Web-{80A92434-ADB0-FBE4-074E-ED617B15FAA4}" dt="2026-06-05T10:49:11.574" v="134" actId="20577"/>
          <ac:spMkLst>
            <pc:docMk/>
            <pc:sldMk cId="2050988677" sldId="263"/>
            <ac:spMk id="7" creationId="{BA3497F6-F4A3-C49F-4F5D-69067D0FDF29}"/>
          </ac:spMkLst>
        </pc:spChg>
      </pc:sldChg>
    </pc:docChg>
  </pc:docChgLst>
  <pc:docChgLst>
    <pc:chgData name="Janis Müller" userId="86f7091f-a8d5-41d9-8790-fcf30a7b9da2" providerId="ADAL" clId="{DB880E26-571B-4B7F-9EF3-7BBB878AF3CD}"/>
    <pc:docChg chg="modSld">
      <pc:chgData name="Janis Müller" userId="86f7091f-a8d5-41d9-8790-fcf30a7b9da2" providerId="ADAL" clId="{DB880E26-571B-4B7F-9EF3-7BBB878AF3CD}" dt="2026-06-12T07:40:54.139" v="9" actId="20577"/>
      <pc:docMkLst>
        <pc:docMk/>
      </pc:docMkLst>
      <pc:sldChg chg="modSp mod">
        <pc:chgData name="Janis Müller" userId="86f7091f-a8d5-41d9-8790-fcf30a7b9da2" providerId="ADAL" clId="{DB880E26-571B-4B7F-9EF3-7BBB878AF3CD}" dt="2026-06-12T07:40:54.139" v="9" actId="20577"/>
        <pc:sldMkLst>
          <pc:docMk/>
          <pc:sldMk cId="80186849" sldId="260"/>
        </pc:sldMkLst>
        <pc:spChg chg="mod">
          <ac:chgData name="Janis Müller" userId="86f7091f-a8d5-41d9-8790-fcf30a7b9da2" providerId="ADAL" clId="{DB880E26-571B-4B7F-9EF3-7BBB878AF3CD}" dt="2026-06-12T07:40:54.139" v="9" actId="20577"/>
          <ac:spMkLst>
            <pc:docMk/>
            <pc:sldMk cId="80186849" sldId="260"/>
            <ac:spMk id="3" creationId="{45502B19-CEDF-0570-5CD6-9D8D8E7B1458}"/>
          </ac:spMkLst>
        </pc:spChg>
      </pc:sldChg>
    </pc:docChg>
  </pc:docChgLst>
  <pc:docChgLst>
    <pc:chgData name="Philipp Engel" userId="S::engelph100225@th-nuernberg.de::d435c16e-74b6-49a5-9820-cb9b65773237" providerId="AD" clId="Web-{F2A9D6DA-801E-8EC2-4D6C-14F990DE752E}"/>
    <pc:docChg chg="addSld modSld sldOrd">
      <pc:chgData name="Philipp Engel" userId="S::engelph100225@th-nuernberg.de::d435c16e-74b6-49a5-9820-cb9b65773237" providerId="AD" clId="Web-{F2A9D6DA-801E-8EC2-4D6C-14F990DE752E}" dt="2026-06-05T10:48:54.322" v="523" actId="20577"/>
      <pc:docMkLst>
        <pc:docMk/>
      </pc:docMkLst>
      <pc:sldChg chg="modSp modTransition">
        <pc:chgData name="Philipp Engel" userId="S::engelph100225@th-nuernberg.de::d435c16e-74b6-49a5-9820-cb9b65773237" providerId="AD" clId="Web-{F2A9D6DA-801E-8EC2-4D6C-14F990DE752E}" dt="2026-06-05T09:40:11.509" v="2"/>
        <pc:sldMkLst>
          <pc:docMk/>
          <pc:sldMk cId="109857222" sldId="256"/>
        </pc:sldMkLst>
        <pc:spChg chg="mod">
          <ac:chgData name="Philipp Engel" userId="S::engelph100225@th-nuernberg.de::d435c16e-74b6-49a5-9820-cb9b65773237" providerId="AD" clId="Web-{F2A9D6DA-801E-8EC2-4D6C-14F990DE752E}" dt="2026-06-05T09:36:57.168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 mod modTransition setBg">
        <pc:chgData name="Philipp Engel" userId="S::engelph100225@th-nuernberg.de::d435c16e-74b6-49a5-9820-cb9b65773237" providerId="AD" clId="Web-{F2A9D6DA-801E-8EC2-4D6C-14F990DE752E}" dt="2026-06-05T10:16:40.963" v="295" actId="1076"/>
        <pc:sldMkLst>
          <pc:docMk/>
          <pc:sldMk cId="1190597843" sldId="257"/>
        </pc:sldMkLst>
        <pc:spChg chg="add mod">
          <ac:chgData name="Philipp Engel" userId="S::engelph100225@th-nuernberg.de::d435c16e-74b6-49a5-9820-cb9b65773237" providerId="AD" clId="Web-{F2A9D6DA-801E-8EC2-4D6C-14F990DE752E}" dt="2026-06-05T09:43:08.583" v="22" actId="14100"/>
          <ac:spMkLst>
            <pc:docMk/>
            <pc:sldMk cId="1190597843" sldId="257"/>
            <ac:spMk id="4" creationId="{E9F115E4-8BCD-E10C-5271-2DDD65F45E17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09:42:41.628" v="17"/>
          <ac:spMkLst>
            <pc:docMk/>
            <pc:sldMk cId="1190597843" sldId="257"/>
            <ac:spMk id="5" creationId="{88B82F63-F78D-B64E-F175-2CDB1C65A812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09:42:51.175" v="19" actId="1076"/>
          <ac:spMkLst>
            <pc:docMk/>
            <pc:sldMk cId="1190597843" sldId="257"/>
            <ac:spMk id="6" creationId="{0914F0B8-63BB-E452-0163-92E91DFFF500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09:43:00.895" v="21" actId="1076"/>
          <ac:spMkLst>
            <pc:docMk/>
            <pc:sldMk cId="1190597843" sldId="257"/>
            <ac:spMk id="7" creationId="{B27C30CD-DBC9-63BE-34A4-9E95B5891C84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09:44:29.338" v="33"/>
          <ac:spMkLst>
            <pc:docMk/>
            <pc:sldMk cId="1190597843" sldId="257"/>
            <ac:spMk id="8" creationId="{5C4533D6-27E5-A5E3-44A4-2C428E991EA8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09:45:44.390" v="47" actId="14100"/>
          <ac:spMkLst>
            <pc:docMk/>
            <pc:sldMk cId="1190597843" sldId="257"/>
            <ac:spMk id="9" creationId="{7E27EE8E-6096-6AA4-3AF3-2EB680E4B871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09:46:59.754" v="93" actId="14100"/>
          <ac:spMkLst>
            <pc:docMk/>
            <pc:sldMk cId="1190597843" sldId="257"/>
            <ac:spMk id="10" creationId="{E3A234F2-59DF-7731-3073-03004B40CBE7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09:47:02.786" v="94" actId="1076"/>
          <ac:spMkLst>
            <pc:docMk/>
            <pc:sldMk cId="1190597843" sldId="257"/>
            <ac:spMk id="12" creationId="{B62F73D6-C1AC-91C1-72DB-7AAFDF48BA03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10:07:35.240" v="250" actId="1076"/>
          <ac:spMkLst>
            <pc:docMk/>
            <pc:sldMk cId="1190597843" sldId="257"/>
            <ac:spMk id="15" creationId="{576DF5EC-EAF1-1AE1-87E0-87752586652D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10:16:40.963" v="295" actId="1076"/>
          <ac:spMkLst>
            <pc:docMk/>
            <pc:sldMk cId="1190597843" sldId="257"/>
            <ac:spMk id="16" creationId="{E2B16A1B-F246-8FE1-0BB0-78F26D5D6224}"/>
          </ac:spMkLst>
        </pc:spChg>
      </pc:sldChg>
      <pc:sldChg chg="addSp delSp modSp new ord">
        <pc:chgData name="Philipp Engel" userId="S::engelph100225@th-nuernberg.de::d435c16e-74b6-49a5-9820-cb9b65773237" providerId="AD" clId="Web-{F2A9D6DA-801E-8EC2-4D6C-14F990DE752E}" dt="2026-06-05T10:21:07.511" v="312" actId="14100"/>
        <pc:sldMkLst>
          <pc:docMk/>
          <pc:sldMk cId="3581947706" sldId="258"/>
        </pc:sldMkLst>
        <pc:spChg chg="add mod">
          <ac:chgData name="Philipp Engel" userId="S::engelph100225@th-nuernberg.de::d435c16e-74b6-49a5-9820-cb9b65773237" providerId="AD" clId="Web-{F2A9D6DA-801E-8EC2-4D6C-14F990DE752E}" dt="2026-06-05T10:21:07.511" v="312" actId="14100"/>
          <ac:spMkLst>
            <pc:docMk/>
            <pc:sldMk cId="3581947706" sldId="258"/>
            <ac:spMk id="3" creationId="{9BD12091-5D2E-D983-4655-D94572C0B01F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10:16:31.650" v="292" actId="1076"/>
          <ac:spMkLst>
            <pc:docMk/>
            <pc:sldMk cId="3581947706" sldId="258"/>
            <ac:spMk id="4" creationId="{D18A1F67-6871-48B6-9C39-FAC130E55D86}"/>
          </ac:spMkLst>
        </pc:spChg>
      </pc:sldChg>
      <pc:sldChg chg="addSp delSp modSp new">
        <pc:chgData name="Philipp Engel" userId="S::engelph100225@th-nuernberg.de::d435c16e-74b6-49a5-9820-cb9b65773237" providerId="AD" clId="Web-{F2A9D6DA-801E-8EC2-4D6C-14F990DE752E}" dt="2026-06-05T10:28:52.432" v="427" actId="1076"/>
        <pc:sldMkLst>
          <pc:docMk/>
          <pc:sldMk cId="1888034742" sldId="259"/>
        </pc:sldMkLst>
        <pc:spChg chg="add ord">
          <ac:chgData name="Philipp Engel" userId="S::engelph100225@th-nuernberg.de::d435c16e-74b6-49a5-9820-cb9b65773237" providerId="AD" clId="Web-{F2A9D6DA-801E-8EC2-4D6C-14F990DE752E}" dt="2026-06-05T10:04:17.743" v="232"/>
          <ac:spMkLst>
            <pc:docMk/>
            <pc:sldMk cId="1888034742" sldId="259"/>
            <ac:spMk id="5" creationId="{B80EE04E-3C13-D584-093D-0990476C934B}"/>
          </ac:spMkLst>
        </pc:spChg>
        <pc:spChg chg="mod">
          <ac:chgData name="Philipp Engel" userId="S::engelph100225@th-nuernberg.de::d435c16e-74b6-49a5-9820-cb9b65773237" providerId="AD" clId="Web-{F2A9D6DA-801E-8EC2-4D6C-14F990DE752E}" dt="2026-06-05T10:28:52.432" v="427" actId="1076"/>
          <ac:spMkLst>
            <pc:docMk/>
            <pc:sldMk cId="1888034742" sldId="259"/>
            <ac:spMk id="6" creationId="{3351C7E7-33AF-7435-B705-C0C29B777C22}"/>
          </ac:spMkLst>
        </pc:spChg>
      </pc:sldChg>
      <pc:sldChg chg="addSp delSp modSp new ord">
        <pc:chgData name="Philipp Engel" userId="S::engelph100225@th-nuernberg.de::d435c16e-74b6-49a5-9820-cb9b65773237" providerId="AD" clId="Web-{F2A9D6DA-801E-8EC2-4D6C-14F990DE752E}" dt="2026-06-05T10:28:48.572" v="426" actId="20577"/>
        <pc:sldMkLst>
          <pc:docMk/>
          <pc:sldMk cId="80186849" sldId="260"/>
        </pc:sldMkLst>
        <pc:spChg chg="add mod">
          <ac:chgData name="Philipp Engel" userId="S::engelph100225@th-nuernberg.de::d435c16e-74b6-49a5-9820-cb9b65773237" providerId="AD" clId="Web-{F2A9D6DA-801E-8EC2-4D6C-14F990DE752E}" dt="2026-06-05T10:28:07.382" v="395" actId="20577"/>
          <ac:spMkLst>
            <pc:docMk/>
            <pc:sldMk cId="80186849" sldId="260"/>
            <ac:spMk id="3" creationId="{45502B19-CEDF-0570-5CD6-9D8D8E7B1458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10:27:37.318" v="357" actId="20577"/>
          <ac:spMkLst>
            <pc:docMk/>
            <pc:sldMk cId="80186849" sldId="260"/>
            <ac:spMk id="7" creationId="{12DFA664-2F57-4E07-FA3D-D8AAB4F70726}"/>
          </ac:spMkLst>
        </pc:spChg>
      </pc:sldChg>
      <pc:sldChg chg="addSp delSp modSp new">
        <pc:chgData name="Philipp Engel" userId="S::engelph100225@th-nuernberg.de::d435c16e-74b6-49a5-9820-cb9b65773237" providerId="AD" clId="Web-{F2A9D6DA-801E-8EC2-4D6C-14F990DE752E}" dt="2026-06-05T10:20:21.430" v="301" actId="1076"/>
        <pc:sldMkLst>
          <pc:docMk/>
          <pc:sldMk cId="1701226767" sldId="261"/>
        </pc:sldMkLst>
        <pc:spChg chg="add mod">
          <ac:chgData name="Philipp Engel" userId="S::engelph100225@th-nuernberg.de::d435c16e-74b6-49a5-9820-cb9b65773237" providerId="AD" clId="Web-{F2A9D6DA-801E-8EC2-4D6C-14F990DE752E}" dt="2026-06-05T10:20:21.430" v="301" actId="1076"/>
          <ac:spMkLst>
            <pc:docMk/>
            <pc:sldMk cId="1701226767" sldId="261"/>
            <ac:spMk id="7" creationId="{C0796EF3-A94D-DDE1-CBA7-6DBDBAA0B7FB}"/>
          </ac:spMkLst>
        </pc:spChg>
      </pc:sldChg>
      <pc:sldChg chg="addSp delSp modSp new ord">
        <pc:chgData name="Philipp Engel" userId="S::engelph100225@th-nuernberg.de::d435c16e-74b6-49a5-9820-cb9b65773237" providerId="AD" clId="Web-{F2A9D6DA-801E-8EC2-4D6C-14F990DE752E}" dt="2026-06-05T10:38:50.674" v="461" actId="20577"/>
        <pc:sldMkLst>
          <pc:docMk/>
          <pc:sldMk cId="2987601097" sldId="262"/>
        </pc:sldMkLst>
        <pc:spChg chg="add del mod ord">
          <ac:chgData name="Philipp Engel" userId="S::engelph100225@th-nuernberg.de::d435c16e-74b6-49a5-9820-cb9b65773237" providerId="AD" clId="Web-{F2A9D6DA-801E-8EC2-4D6C-14F990DE752E}" dt="2026-06-05T10:32:39.822" v="451" actId="1076"/>
          <ac:spMkLst>
            <pc:docMk/>
            <pc:sldMk cId="2987601097" sldId="262"/>
            <ac:spMk id="5" creationId="{317CCCCD-0451-097C-FE52-CD9A7AA86D1E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10:32:22.024" v="448" actId="20577"/>
          <ac:spMkLst>
            <pc:docMk/>
            <pc:sldMk cId="2987601097" sldId="262"/>
            <ac:spMk id="7" creationId="{1ECA054D-617C-82D5-6E31-E6FF009E4B03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10:38:50.674" v="461" actId="20577"/>
          <ac:spMkLst>
            <pc:docMk/>
            <pc:sldMk cId="2987601097" sldId="262"/>
            <ac:spMk id="9" creationId="{EA0FA644-57FE-CE7D-5C84-11ADF403E3C1}"/>
          </ac:spMkLst>
        </pc:spChg>
      </pc:sldChg>
      <pc:sldChg chg="modSp">
        <pc:chgData name="Philipp Engel" userId="S::engelph100225@th-nuernberg.de::d435c16e-74b6-49a5-9820-cb9b65773237" providerId="AD" clId="Web-{F2A9D6DA-801E-8EC2-4D6C-14F990DE752E}" dt="2026-06-05T10:43:59.819" v="472" actId="20577"/>
        <pc:sldMkLst>
          <pc:docMk/>
          <pc:sldMk cId="2050988677" sldId="263"/>
        </pc:sldMkLst>
        <pc:spChg chg="mod">
          <ac:chgData name="Philipp Engel" userId="S::engelph100225@th-nuernberg.de::d435c16e-74b6-49a5-9820-cb9b65773237" providerId="AD" clId="Web-{F2A9D6DA-801E-8EC2-4D6C-14F990DE752E}" dt="2026-06-05T10:43:59.819" v="472" actId="20577"/>
          <ac:spMkLst>
            <pc:docMk/>
            <pc:sldMk cId="2050988677" sldId="263"/>
            <ac:spMk id="7" creationId="{BA3497F6-F4A3-C49F-4F5D-69067D0FDF29}"/>
          </ac:spMkLst>
        </pc:spChg>
      </pc:sldChg>
      <pc:sldChg chg="addSp delSp modSp new">
        <pc:chgData name="Philipp Engel" userId="S::engelph100225@th-nuernberg.de::d435c16e-74b6-49a5-9820-cb9b65773237" providerId="AD" clId="Web-{F2A9D6DA-801E-8EC2-4D6C-14F990DE752E}" dt="2026-06-05T10:48:54.322" v="523" actId="20577"/>
        <pc:sldMkLst>
          <pc:docMk/>
          <pc:sldMk cId="2134128962" sldId="264"/>
        </pc:sldMkLst>
        <pc:spChg chg="add">
          <ac:chgData name="Philipp Engel" userId="S::engelph100225@th-nuernberg.de::d435c16e-74b6-49a5-9820-cb9b65773237" providerId="AD" clId="Web-{F2A9D6DA-801E-8EC2-4D6C-14F990DE752E}" dt="2026-06-05T10:48:09.632" v="476"/>
          <ac:spMkLst>
            <pc:docMk/>
            <pc:sldMk cId="2134128962" sldId="264"/>
            <ac:spMk id="5" creationId="{61A56163-4867-3B1E-302E-04A687B063D6}"/>
          </ac:spMkLst>
        </pc:spChg>
        <pc:spChg chg="add mod">
          <ac:chgData name="Philipp Engel" userId="S::engelph100225@th-nuernberg.de::d435c16e-74b6-49a5-9820-cb9b65773237" providerId="AD" clId="Web-{F2A9D6DA-801E-8EC2-4D6C-14F990DE752E}" dt="2026-06-05T10:48:54.322" v="523" actId="20577"/>
          <ac:spMkLst>
            <pc:docMk/>
            <pc:sldMk cId="2134128962" sldId="264"/>
            <ac:spMk id="7" creationId="{F08BC574-20A6-8568-E500-3DD60E9538F1}"/>
          </ac:spMkLst>
        </pc:spChg>
      </pc:sldChg>
    </pc:docChg>
  </pc:docChgLst>
  <pc:docChgLst>
    <pc:chgData name="Philipp Engel" userId="S::engelph100225@th-nuernberg.de::d435c16e-74b6-49a5-9820-cb9b65773237" providerId="AD" clId="Web-{73FA6D2F-B0B9-D2D5-41A4-3437BB137844}"/>
    <pc:docChg chg="addSld modSld">
      <pc:chgData name="Philipp Engel" userId="S::engelph100225@th-nuernberg.de::d435c16e-74b6-49a5-9820-cb9b65773237" providerId="AD" clId="Web-{73FA6D2F-B0B9-D2D5-41A4-3437BB137844}" dt="2026-06-11T11:33:21.230" v="6" actId="1076"/>
      <pc:docMkLst>
        <pc:docMk/>
      </pc:docMkLst>
      <pc:sldChg chg="modSp">
        <pc:chgData name="Philipp Engel" userId="S::engelph100225@th-nuernberg.de::d435c16e-74b6-49a5-9820-cb9b65773237" providerId="AD" clId="Web-{73FA6D2F-B0B9-D2D5-41A4-3437BB137844}" dt="2026-06-11T11:33:05.339" v="2" actId="1076"/>
        <pc:sldMkLst>
          <pc:docMk/>
          <pc:sldMk cId="80186849" sldId="260"/>
        </pc:sldMkLst>
        <pc:spChg chg="mod">
          <ac:chgData name="Philipp Engel" userId="S::engelph100225@th-nuernberg.de::d435c16e-74b6-49a5-9820-cb9b65773237" providerId="AD" clId="Web-{73FA6D2F-B0B9-D2D5-41A4-3437BB137844}" dt="2026-06-11T11:33:00.511" v="1" actId="1076"/>
          <ac:spMkLst>
            <pc:docMk/>
            <pc:sldMk cId="80186849" sldId="260"/>
            <ac:spMk id="3" creationId="{45502B19-CEDF-0570-5CD6-9D8D8E7B1458}"/>
          </ac:spMkLst>
        </pc:spChg>
        <pc:spChg chg="mod">
          <ac:chgData name="Philipp Engel" userId="S::engelph100225@th-nuernberg.de::d435c16e-74b6-49a5-9820-cb9b65773237" providerId="AD" clId="Web-{73FA6D2F-B0B9-D2D5-41A4-3437BB137844}" dt="2026-06-11T11:32:57.996" v="0" actId="1076"/>
          <ac:spMkLst>
            <pc:docMk/>
            <pc:sldMk cId="80186849" sldId="260"/>
            <ac:spMk id="7" creationId="{12DFA664-2F57-4E07-FA3D-D8AAB4F70726}"/>
          </ac:spMkLst>
        </pc:spChg>
        <pc:spChg chg="mod">
          <ac:chgData name="Philipp Engel" userId="S::engelph100225@th-nuernberg.de::d435c16e-74b6-49a5-9820-cb9b65773237" providerId="AD" clId="Web-{73FA6D2F-B0B9-D2D5-41A4-3437BB137844}" dt="2026-06-11T11:33:05.339" v="2" actId="1076"/>
          <ac:spMkLst>
            <pc:docMk/>
            <pc:sldMk cId="80186849" sldId="260"/>
            <ac:spMk id="9" creationId="{42E3C47C-FC64-1D91-73E3-5F3D0B9DFAF8}"/>
          </ac:spMkLst>
        </pc:spChg>
      </pc:sldChg>
      <pc:sldChg chg="delSp modSp add replId">
        <pc:chgData name="Philipp Engel" userId="S::engelph100225@th-nuernberg.de::d435c16e-74b6-49a5-9820-cb9b65773237" providerId="AD" clId="Web-{73FA6D2F-B0B9-D2D5-41A4-3437BB137844}" dt="2026-06-11T11:33:21.230" v="6" actId="1076"/>
        <pc:sldMkLst>
          <pc:docMk/>
          <pc:sldMk cId="1576568778" sldId="265"/>
        </pc:sldMkLst>
        <pc:spChg chg="del">
          <ac:chgData name="Philipp Engel" userId="S::engelph100225@th-nuernberg.de::d435c16e-74b6-49a5-9820-cb9b65773237" providerId="AD" clId="Web-{73FA6D2F-B0B9-D2D5-41A4-3437BB137844}" dt="2026-06-11T11:33:16.996" v="4"/>
          <ac:spMkLst>
            <pc:docMk/>
            <pc:sldMk cId="1576568778" sldId="265"/>
            <ac:spMk id="3" creationId="{1FC5D0ED-594A-9ED4-BD37-7630681D478B}"/>
          </ac:spMkLst>
        </pc:spChg>
        <pc:spChg chg="del">
          <ac:chgData name="Philipp Engel" userId="S::engelph100225@th-nuernberg.de::d435c16e-74b6-49a5-9820-cb9b65773237" providerId="AD" clId="Web-{73FA6D2F-B0B9-D2D5-41A4-3437BB137844}" dt="2026-06-11T11:33:19.152" v="5"/>
          <ac:spMkLst>
            <pc:docMk/>
            <pc:sldMk cId="1576568778" sldId="265"/>
            <ac:spMk id="7" creationId="{4788F038-6D3F-FDC9-352D-3862268A70B0}"/>
          </ac:spMkLst>
        </pc:spChg>
        <pc:spChg chg="mod">
          <ac:chgData name="Philipp Engel" userId="S::engelph100225@th-nuernberg.de::d435c16e-74b6-49a5-9820-cb9b65773237" providerId="AD" clId="Web-{73FA6D2F-B0B9-D2D5-41A4-3437BB137844}" dt="2026-06-11T11:33:21.230" v="6" actId="1076"/>
          <ac:spMkLst>
            <pc:docMk/>
            <pc:sldMk cId="1576568778" sldId="265"/>
            <ac:spMk id="9" creationId="{4062EE69-02A4-E5EF-3158-93E953B86860}"/>
          </ac:spMkLst>
        </pc:spChg>
      </pc:sldChg>
    </pc:docChg>
  </pc:docChgLst>
  <pc:docChgLst>
    <pc:chgData name="Finn Dütsch" userId="S::duetschfi101369@th-nuernberg.de::822261ff-87d0-47e3-a24d-6742a742682e" providerId="AD" clId="Web-{91CEE0C6-63F2-C5AF-6BF6-ED909A4B0D41}"/>
    <pc:docChg chg="addSld delSld modSld">
      <pc:chgData name="Finn Dütsch" userId="S::duetschfi101369@th-nuernberg.de::822261ff-87d0-47e3-a24d-6742a742682e" providerId="AD" clId="Web-{91CEE0C6-63F2-C5AF-6BF6-ED909A4B0D41}" dt="2026-06-11T19:46:29.752" v="82"/>
      <pc:docMkLst>
        <pc:docMk/>
      </pc:docMkLst>
      <pc:sldChg chg="modSp">
        <pc:chgData name="Finn Dütsch" userId="S::duetschfi101369@th-nuernberg.de::822261ff-87d0-47e3-a24d-6742a742682e" providerId="AD" clId="Web-{91CEE0C6-63F2-C5AF-6BF6-ED909A4B0D41}" dt="2026-06-11T19:28:52.572" v="69" actId="20577"/>
        <pc:sldMkLst>
          <pc:docMk/>
          <pc:sldMk cId="109857222" sldId="256"/>
        </pc:sldMkLst>
        <pc:spChg chg="mod">
          <ac:chgData name="Finn Dütsch" userId="S::duetschfi101369@th-nuernberg.de::822261ff-87d0-47e3-a24d-6742a742682e" providerId="AD" clId="Web-{91CEE0C6-63F2-C5AF-6BF6-ED909A4B0D41}" dt="2026-06-11T19:24:17.908" v="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Finn Dütsch" userId="S::duetschfi101369@th-nuernberg.de::822261ff-87d0-47e3-a24d-6742a742682e" providerId="AD" clId="Web-{91CEE0C6-63F2-C5AF-6BF6-ED909A4B0D41}" dt="2026-06-11T19:28:52.572" v="6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">
        <pc:chgData name="Finn Dütsch" userId="S::duetschfi101369@th-nuernberg.de::822261ff-87d0-47e3-a24d-6742a742682e" providerId="AD" clId="Web-{91CEE0C6-63F2-C5AF-6BF6-ED909A4B0D41}" dt="2026-06-11T19:44:12.012" v="70"/>
        <pc:sldMkLst>
          <pc:docMk/>
          <pc:sldMk cId="2533360620" sldId="269"/>
        </pc:sldMkLst>
        <pc:picChg chg="add mod">
          <ac:chgData name="Finn Dütsch" userId="S::duetschfi101369@th-nuernberg.de::822261ff-87d0-47e3-a24d-6742a742682e" providerId="AD" clId="Web-{91CEE0C6-63F2-C5AF-6BF6-ED909A4B0D41}" dt="2026-06-11T19:44:12.012" v="70"/>
          <ac:picMkLst>
            <pc:docMk/>
            <pc:sldMk cId="2533360620" sldId="269"/>
            <ac:picMk id="2" creationId="{39FFF596-B1F1-B8D6-B96D-9F77CE88C411}"/>
          </ac:picMkLst>
        </pc:picChg>
      </pc:sldChg>
      <pc:sldChg chg="addSp delSp modSp add replId">
        <pc:chgData name="Finn Dütsch" userId="S::duetschfi101369@th-nuernberg.de::822261ff-87d0-47e3-a24d-6742a742682e" providerId="AD" clId="Web-{91CEE0C6-63F2-C5AF-6BF6-ED909A4B0D41}" dt="2026-06-11T19:46:29.752" v="82"/>
        <pc:sldMkLst>
          <pc:docMk/>
          <pc:sldMk cId="1153154696" sldId="270"/>
        </pc:sldMkLst>
        <pc:spChg chg="del">
          <ac:chgData name="Finn Dütsch" userId="S::duetschfi101369@th-nuernberg.de::822261ff-87d0-47e3-a24d-6742a742682e" providerId="AD" clId="Web-{91CEE0C6-63F2-C5AF-6BF6-ED909A4B0D41}" dt="2026-06-11T19:46:03.891" v="74"/>
          <ac:spMkLst>
            <pc:docMk/>
            <pc:sldMk cId="1153154696" sldId="270"/>
            <ac:spMk id="3" creationId="{73A3C9C8-23FA-257D-41EA-C78DD7B1EC62}"/>
          </ac:spMkLst>
        </pc:spChg>
        <pc:spChg chg="del mod">
          <ac:chgData name="Finn Dütsch" userId="S::duetschfi101369@th-nuernberg.de::822261ff-87d0-47e3-a24d-6742a742682e" providerId="AD" clId="Web-{91CEE0C6-63F2-C5AF-6BF6-ED909A4B0D41}" dt="2026-06-11T19:46:17.923" v="80"/>
          <ac:spMkLst>
            <pc:docMk/>
            <pc:sldMk cId="1153154696" sldId="270"/>
            <ac:spMk id="4" creationId="{1945BD1A-8A80-FB40-4696-FEE94F52B4D1}"/>
          </ac:spMkLst>
        </pc:spChg>
        <pc:picChg chg="add del mod">
          <ac:chgData name="Finn Dütsch" userId="S::duetschfi101369@th-nuernberg.de::822261ff-87d0-47e3-a24d-6742a742682e" providerId="AD" clId="Web-{91CEE0C6-63F2-C5AF-6BF6-ED909A4B0D41}" dt="2026-06-11T19:46:29.752" v="82"/>
          <ac:picMkLst>
            <pc:docMk/>
            <pc:sldMk cId="1153154696" sldId="270"/>
            <ac:picMk id="2" creationId="{9A818AFD-2F3F-C313-CFB0-EF53B2908544}"/>
          </ac:picMkLst>
        </pc:picChg>
      </pc:sldChg>
      <pc:sldChg chg="new del">
        <pc:chgData name="Finn Dütsch" userId="S::duetschfi101369@th-nuernberg.de::822261ff-87d0-47e3-a24d-6742a742682e" providerId="AD" clId="Web-{91CEE0C6-63F2-C5AF-6BF6-ED909A4B0D41}" dt="2026-06-11T19:45:51.766" v="72"/>
        <pc:sldMkLst>
          <pc:docMk/>
          <pc:sldMk cId="1802230402" sldId="270"/>
        </pc:sldMkLst>
      </pc:sldChg>
    </pc:docChg>
  </pc:docChgLst>
  <pc:docChgLst>
    <pc:chgData name="Taner Yasadur" userId="S::yasadurta99034@th-nuernberg.de::100b63cb-e5b1-4e99-9c34-44b26b622cd9" providerId="AD" clId="Web-{600AF7D4-EEE8-E6D2-6943-4D4E63430032}"/>
    <pc:docChg chg="modSld">
      <pc:chgData name="Taner Yasadur" userId="S::yasadurta99034@th-nuernberg.de::100b63cb-e5b1-4e99-9c34-44b26b622cd9" providerId="AD" clId="Web-{600AF7D4-EEE8-E6D2-6943-4D4E63430032}" dt="2026-06-05T10:22:16.454" v="9" actId="20577"/>
      <pc:docMkLst>
        <pc:docMk/>
      </pc:docMkLst>
      <pc:sldChg chg="modSp">
        <pc:chgData name="Taner Yasadur" userId="S::yasadurta99034@th-nuernberg.de::100b63cb-e5b1-4e99-9c34-44b26b622cd9" providerId="AD" clId="Web-{600AF7D4-EEE8-E6D2-6943-4D4E63430032}" dt="2026-06-05T10:22:16.454" v="9" actId="20577"/>
        <pc:sldMkLst>
          <pc:docMk/>
          <pc:sldMk cId="109857222" sldId="256"/>
        </pc:sldMkLst>
        <pc:spChg chg="mod">
          <ac:chgData name="Taner Yasadur" userId="S::yasadurta99034@th-nuernberg.de::100b63cb-e5b1-4e99-9c34-44b26b622cd9" providerId="AD" clId="Web-{600AF7D4-EEE8-E6D2-6943-4D4E63430032}" dt="2026-06-05T10:22:16.454" v="9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Marc Schmidt" userId="S::schmidtma97254@th-nuernberg.de::531e8915-b4fc-4d6b-b69c-6c8370563981" providerId="AD" clId="Web-{F4F9C676-5B8D-0C53-851B-1E879B58235B}"/>
    <pc:docChg chg="addSld delSld modSld">
      <pc:chgData name="Marc Schmidt" userId="S::schmidtma97254@th-nuernberg.de::531e8915-b4fc-4d6b-b69c-6c8370563981" providerId="AD" clId="Web-{F4F9C676-5B8D-0C53-851B-1E879B58235B}" dt="2026-06-05T10:12:54.727" v="82" actId="20577"/>
      <pc:docMkLst>
        <pc:docMk/>
      </pc:docMkLst>
      <pc:sldChg chg="modSp">
        <pc:chgData name="Marc Schmidt" userId="S::schmidtma97254@th-nuernberg.de::531e8915-b4fc-4d6b-b69c-6c8370563981" providerId="AD" clId="Web-{F4F9C676-5B8D-0C53-851B-1E879B58235B}" dt="2026-06-05T10:05:11.237" v="65" actId="20577"/>
        <pc:sldMkLst>
          <pc:docMk/>
          <pc:sldMk cId="1190597843" sldId="257"/>
        </pc:sldMkLst>
        <pc:spChg chg="mod">
          <ac:chgData name="Marc Schmidt" userId="S::schmidtma97254@th-nuernberg.de::531e8915-b4fc-4d6b-b69c-6c8370563981" providerId="AD" clId="Web-{F4F9C676-5B8D-0C53-851B-1E879B58235B}" dt="2026-06-05T09:56:25.234" v="0" actId="1076"/>
          <ac:spMkLst>
            <pc:docMk/>
            <pc:sldMk cId="1190597843" sldId="257"/>
            <ac:spMk id="15" creationId="{576DF5EC-EAF1-1AE1-87E0-87752586652D}"/>
          </ac:spMkLst>
        </pc:spChg>
        <pc:spChg chg="mod">
          <ac:chgData name="Marc Schmidt" userId="S::schmidtma97254@th-nuernberg.de::531e8915-b4fc-4d6b-b69c-6c8370563981" providerId="AD" clId="Web-{F4F9C676-5B8D-0C53-851B-1E879B58235B}" dt="2026-06-05T10:05:11.237" v="65" actId="20577"/>
          <ac:spMkLst>
            <pc:docMk/>
            <pc:sldMk cId="1190597843" sldId="257"/>
            <ac:spMk id="16" creationId="{E2B16A1B-F246-8FE1-0BB0-78F26D5D6224}"/>
          </ac:spMkLst>
        </pc:spChg>
      </pc:sldChg>
      <pc:sldChg chg="addSp delSp modSp add del">
        <pc:chgData name="Marc Schmidt" userId="S::schmidtma97254@th-nuernberg.de::531e8915-b4fc-4d6b-b69c-6c8370563981" providerId="AD" clId="Web-{F4F9C676-5B8D-0C53-851B-1E879B58235B}" dt="2026-06-05T10:05:10.581" v="64"/>
        <pc:sldMkLst>
          <pc:docMk/>
          <pc:sldMk cId="3581947706" sldId="258"/>
        </pc:sldMkLst>
      </pc:sldChg>
      <pc:sldChg chg="addSp modSp">
        <pc:chgData name="Marc Schmidt" userId="S::schmidtma97254@th-nuernberg.de::531e8915-b4fc-4d6b-b69c-6c8370563981" providerId="AD" clId="Web-{F4F9C676-5B8D-0C53-851B-1E879B58235B}" dt="2026-06-05T10:12:54.727" v="82" actId="20577"/>
        <pc:sldMkLst>
          <pc:docMk/>
          <pc:sldMk cId="1888034742" sldId="259"/>
        </pc:sldMkLst>
        <pc:spChg chg="add mod">
          <ac:chgData name="Marc Schmidt" userId="S::schmidtma97254@th-nuernberg.de::531e8915-b4fc-4d6b-b69c-6c8370563981" providerId="AD" clId="Web-{F4F9C676-5B8D-0C53-851B-1E879B58235B}" dt="2026-06-05T10:12:54.727" v="82" actId="20577"/>
          <ac:spMkLst>
            <pc:docMk/>
            <pc:sldMk cId="1888034742" sldId="259"/>
            <ac:spMk id="6" creationId="{3351C7E7-33AF-7435-B705-C0C29B777C22}"/>
          </ac:spMkLst>
        </pc:spChg>
      </pc:sldChg>
      <pc:sldChg chg="add del">
        <pc:chgData name="Marc Schmidt" userId="S::schmidtma97254@th-nuernberg.de::531e8915-b4fc-4d6b-b69c-6c8370563981" providerId="AD" clId="Web-{F4F9C676-5B8D-0C53-851B-1E879B58235B}" dt="2026-06-05T10:05:09.409" v="63"/>
        <pc:sldMkLst>
          <pc:docMk/>
          <pc:sldMk cId="80186849" sldId="26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chemeClr val="tx1"/>
                </a:solidFill>
              </a:rPr>
              <a:t>Bundeswehr-Ausgaben Deutschland</a:t>
            </a:r>
            <a:br>
              <a:rPr lang="en-US" sz="2000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relativ zum BIP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E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8E-5B40-9BD6-D49D3A2AC6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Bundeswehrausgaben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8E-5B40-9BD6-D49D3A2AC6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20117823"/>
        <c:axId val="1550522495"/>
      </c:barChart>
      <c:catAx>
        <c:axId val="1520117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E"/>
          </a:p>
        </c:txPr>
        <c:crossAx val="1550522495"/>
        <c:crosses val="autoZero"/>
        <c:auto val="1"/>
        <c:lblAlgn val="ctr"/>
        <c:lblOffset val="100"/>
        <c:noMultiLvlLbl val="0"/>
      </c:catAx>
      <c:valAx>
        <c:axId val="1550522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E"/>
          </a:p>
        </c:txPr>
        <c:crossAx val="1520117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037E5-D834-6141-B3E6-DCF6C01027BC}" type="datetimeFigureOut">
              <a:rPr lang="en-DE" smtClean="0"/>
              <a:t>12.06.26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12245-819A-E947-B6F2-90D184A930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3722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12245-819A-E947-B6F2-90D184A93081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8859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305900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7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57839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5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5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4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9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570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2432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0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338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3"/>
            <a:ext cx="8361229" cy="3573255"/>
          </a:xfrm>
        </p:spPr>
        <p:txBody>
          <a:bodyPr anchor="ctr">
            <a:noAutofit/>
          </a:bodyPr>
          <a:lstStyle/>
          <a:p>
            <a:r>
              <a:rPr lang="en-US" sz="6000">
                <a:solidFill>
                  <a:srgbClr val="000000"/>
                </a:solidFill>
                <a:ea typeface="+mj-lt"/>
                <a:cs typeface="+mj-lt"/>
              </a:rPr>
              <a:t>Industrie UND DIE KonjunkturhoffnunG Defense</a:t>
            </a:r>
            <a:endParaRPr lang="en-US" sz="6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70706" y="6231754"/>
            <a:ext cx="6187003" cy="3907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/>
              <a:t>Finn Dütsch, Janis Müller, Marc Schmidt, Philipp Engel, Taner Yasadur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5E36B-FA55-583D-3A4C-18254468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Zielgruppe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E4AB6-FFD6-D01E-2AD3-266B283A7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DE" sz="3200"/>
              <a:t>Allgemeine Bevölkerung</a:t>
            </a:r>
          </a:p>
          <a:p>
            <a:pPr lvl="1"/>
            <a:r>
              <a:rPr lang="en-DE" sz="3200"/>
              <a:t>Öffentliches Verständnis von aktueller Industrie</a:t>
            </a:r>
          </a:p>
          <a:p>
            <a:endParaRPr lang="en-DE" sz="3200"/>
          </a:p>
          <a:p>
            <a:r>
              <a:rPr lang="en-DE" sz="3200"/>
              <a:t>Wirtschafts-Interessierte</a:t>
            </a:r>
          </a:p>
          <a:p>
            <a:pPr lvl="1"/>
            <a:r>
              <a:rPr lang="en-DE" sz="3200"/>
              <a:t>besonders im Startup-Bereich</a:t>
            </a:r>
          </a:p>
          <a:p>
            <a:endParaRPr lang="en-DE" sz="3200"/>
          </a:p>
        </p:txBody>
      </p:sp>
    </p:spTree>
    <p:extLst>
      <p:ext uri="{BB962C8B-B14F-4D97-AF65-F5344CB8AC3E}">
        <p14:creationId xmlns:p14="http://schemas.microsoft.com/office/powerpoint/2010/main" val="9917926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2F7C-A00B-9358-38E3-19BA3E8A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Roter Faden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7887C-AC9E-6508-E1AB-6325C904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DE" sz="3200"/>
              <a:t>Generelles Themenfeld (Defense, steigende Ausgaben, wachsendes Problem)</a:t>
            </a:r>
          </a:p>
          <a:p>
            <a:r>
              <a:rPr lang="en-DE" sz="3200"/>
              <a:t>Konfliktregionen</a:t>
            </a:r>
          </a:p>
          <a:p>
            <a:r>
              <a:rPr lang="en-DE" sz="3200"/>
              <a:t>Unterschiede in Rüstungsinvestitionen (in Deutschland auch relativ zum BIP)</a:t>
            </a:r>
          </a:p>
          <a:p>
            <a:r>
              <a:rPr lang="en-DE" sz="3200"/>
              <a:t>Firmenbeispiele pro Sektor (Startup, Etabliert)</a:t>
            </a:r>
          </a:p>
          <a:p>
            <a:r>
              <a:rPr lang="en-DE" sz="3200"/>
              <a:t>Auswertung Fragebogen</a:t>
            </a:r>
          </a:p>
          <a:p>
            <a:endParaRPr lang="en-DE" sz="3200"/>
          </a:p>
        </p:txBody>
      </p:sp>
    </p:spTree>
    <p:extLst>
      <p:ext uri="{BB962C8B-B14F-4D97-AF65-F5344CB8AC3E}">
        <p14:creationId xmlns:p14="http://schemas.microsoft.com/office/powerpoint/2010/main" val="199803982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7B8B-021A-5FD5-9882-FB8C8B38B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Geplante Darstellungsmittel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207C-B06D-6327-4F86-6E5791455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DE" sz="3200"/>
              <a:t>Dark mode (weil geil)</a:t>
            </a:r>
          </a:p>
          <a:p>
            <a:r>
              <a:rPr lang="en-DE" sz="3200"/>
              <a:t>Scrollytelling</a:t>
            </a:r>
          </a:p>
          <a:p>
            <a:r>
              <a:rPr lang="en-DE" sz="3200"/>
              <a:t>Animierte slides bzw.</a:t>
            </a:r>
          </a:p>
          <a:p>
            <a:r>
              <a:rPr lang="en-GB" sz="3200"/>
              <a:t>i</a:t>
            </a:r>
            <a:r>
              <a:rPr lang="en-DE" sz="3200"/>
              <a:t>nteraktive Wandelung des Displays mit buttons</a:t>
            </a:r>
          </a:p>
        </p:txBody>
      </p:sp>
    </p:spTree>
    <p:extLst>
      <p:ext uri="{BB962C8B-B14F-4D97-AF65-F5344CB8AC3E}">
        <p14:creationId xmlns:p14="http://schemas.microsoft.com/office/powerpoint/2010/main" val="225721610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0FAC-CBDD-F7F3-FE53-5D6E6C4F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Designziele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B7B0-733C-C662-91D9-4286EF02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DE" sz="3200"/>
              <a:t>Viewer nicht überladen</a:t>
            </a:r>
          </a:p>
          <a:p>
            <a:r>
              <a:rPr lang="en-DE" sz="3200"/>
              <a:t>Message klar rüberbringen, aber:</a:t>
            </a:r>
          </a:p>
          <a:p>
            <a:r>
              <a:rPr lang="en-DE" sz="3200"/>
              <a:t>Text ist langweilig, so wenig wie möglich</a:t>
            </a:r>
          </a:p>
          <a:p>
            <a:r>
              <a:rPr lang="en-DE" sz="3200"/>
              <a:t>Nicht zu sehr leiten, die Fakten sollen für sich sprechen</a:t>
            </a:r>
          </a:p>
        </p:txBody>
      </p:sp>
    </p:spTree>
    <p:extLst>
      <p:ext uri="{BB962C8B-B14F-4D97-AF65-F5344CB8AC3E}">
        <p14:creationId xmlns:p14="http://schemas.microsoft.com/office/powerpoint/2010/main" val="131613498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C9343D-5B85-0E28-5760-176606C1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2F57CF-B5A9-EDB2-3459-9BAD476F2175}"/>
              </a:ext>
            </a:extLst>
          </p:cNvPr>
          <p:cNvSpPr/>
          <p:nvPr/>
        </p:nvSpPr>
        <p:spPr>
          <a:xfrm>
            <a:off x="701357" y="-179087"/>
            <a:ext cx="10789085" cy="722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5F17B7-438F-6597-77C5-F6FC160A6F81}"/>
              </a:ext>
            </a:extLst>
          </p:cNvPr>
          <p:cNvSpPr/>
          <p:nvPr/>
        </p:nvSpPr>
        <p:spPr>
          <a:xfrm>
            <a:off x="3452176" y="538367"/>
            <a:ext cx="7122178" cy="53884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r>
              <a:rPr lang="en-US" err="1"/>
              <a:t>Weltkarte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konflikten</a:t>
            </a:r>
            <a:r>
              <a:rPr lang="en-US"/>
              <a:t>: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soldat-männchen</a:t>
            </a:r>
            <a:r>
              <a:rPr lang="en-US"/>
              <a:t> für x </a:t>
            </a:r>
            <a:r>
              <a:rPr lang="en-US" err="1"/>
              <a:t>tausend</a:t>
            </a:r>
            <a:r>
              <a:rPr lang="en-US"/>
              <a:t> </a:t>
            </a:r>
            <a:r>
              <a:rPr lang="en-US" err="1"/>
              <a:t>soldaten</a:t>
            </a:r>
            <a:r>
              <a:rPr lang="en-US"/>
              <a:t> </a:t>
            </a:r>
            <a:r>
              <a:rPr lang="en-US" err="1"/>
              <a:t>im</a:t>
            </a:r>
            <a:r>
              <a:rPr lang="en-US"/>
              <a:t> </a:t>
            </a:r>
            <a:r>
              <a:rPr lang="en-US" err="1"/>
              <a:t>einsatz</a:t>
            </a:r>
            <a:r>
              <a:rPr lang="en-US"/>
              <a:t> </a:t>
            </a:r>
            <a:r>
              <a:rPr lang="en-US" err="1"/>
              <a:t>oder</a:t>
            </a:r>
            <a:r>
              <a:rPr lang="en-US"/>
              <a:t> </a:t>
            </a:r>
            <a:r>
              <a:rPr lang="en-US" err="1"/>
              <a:t>todesopfer</a:t>
            </a:r>
            <a:endParaRPr lang="en-US"/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0C6B94AC-C9B1-21CC-9207-B22376CDE6BB}"/>
              </a:ext>
            </a:extLst>
          </p:cNvPr>
          <p:cNvSpPr txBox="1"/>
          <p:nvPr/>
        </p:nvSpPr>
        <p:spPr>
          <a:xfrm>
            <a:off x="703681" y="3430880"/>
            <a:ext cx="2513085" cy="147732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err="1"/>
              <a:t>Einleitung</a:t>
            </a:r>
            <a:r>
              <a:rPr lang="en-US"/>
              <a:t> </a:t>
            </a:r>
            <a:r>
              <a:rPr lang="en-US" err="1"/>
              <a:t>Konflikte</a:t>
            </a:r>
            <a:r>
              <a:rPr lang="en-US"/>
              <a:t> </a:t>
            </a:r>
            <a:r>
              <a:rPr lang="en-US" err="1"/>
              <a:t>weltweit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Todesopeferanzahl</a:t>
            </a:r>
            <a:r>
              <a:rPr lang="en-US"/>
              <a:t> links</a:t>
            </a:r>
          </a:p>
          <a:p>
            <a:pPr algn="ctr"/>
            <a:r>
              <a:rPr lang="en-US" err="1"/>
              <a:t>Drunter</a:t>
            </a:r>
            <a:r>
              <a:rPr lang="en-US"/>
              <a:t> </a:t>
            </a:r>
            <a:r>
              <a:rPr lang="en-US" err="1"/>
              <a:t>Weltkarte</a:t>
            </a:r>
          </a:p>
        </p:txBody>
      </p:sp>
    </p:spTree>
    <p:extLst>
      <p:ext uri="{BB962C8B-B14F-4D97-AF65-F5344CB8AC3E}">
        <p14:creationId xmlns:p14="http://schemas.microsoft.com/office/powerpoint/2010/main" val="32523152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154359-00C0-ECE4-08FD-EA6BCA1E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BAC35-4615-7B8D-EF47-A35C76F5C1E1}"/>
              </a:ext>
            </a:extLst>
          </p:cNvPr>
          <p:cNvSpPr/>
          <p:nvPr/>
        </p:nvSpPr>
        <p:spPr>
          <a:xfrm>
            <a:off x="701357" y="-179087"/>
            <a:ext cx="10789085" cy="722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5EB52D-5226-7277-21EA-5E14811F1A5E}"/>
              </a:ext>
            </a:extLst>
          </p:cNvPr>
          <p:cNvSpPr/>
          <p:nvPr/>
        </p:nvSpPr>
        <p:spPr>
          <a:xfrm>
            <a:off x="3452176" y="538367"/>
            <a:ext cx="7122178" cy="53884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  <a:p>
            <a:pPr algn="ctr"/>
            <a:r>
              <a:rPr lang="en-US" err="1"/>
              <a:t>Graphik</a:t>
            </a:r>
            <a:r>
              <a:rPr lang="en-US"/>
              <a:t>: </a:t>
            </a:r>
            <a:r>
              <a:rPr lang="en-US" err="1"/>
              <a:t>liniendiagramm</a:t>
            </a:r>
            <a:r>
              <a:rPr lang="en-US"/>
              <a:t> (hover)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bundeswehrausgaben</a:t>
            </a:r>
            <a:r>
              <a:rPr lang="en-US"/>
              <a:t> 2021-2025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0079D0BB-659C-1478-4606-BFA604040C83}"/>
              </a:ext>
            </a:extLst>
          </p:cNvPr>
          <p:cNvSpPr txBox="1"/>
          <p:nvPr/>
        </p:nvSpPr>
        <p:spPr>
          <a:xfrm>
            <a:off x="703681" y="3816828"/>
            <a:ext cx="2740695" cy="12003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Info Text</a:t>
            </a:r>
          </a:p>
          <a:p>
            <a:r>
              <a:rPr lang="en-US"/>
              <a:t>Situation Deutschland(Nato-Ziel, </a:t>
            </a:r>
            <a:r>
              <a:rPr lang="en-US" err="1"/>
              <a:t>Rezension</a:t>
            </a:r>
            <a:r>
              <a:rPr lang="en-US"/>
              <a:t> </a:t>
            </a:r>
            <a:r>
              <a:rPr lang="en-US" err="1"/>
              <a:t>etc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336062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F517E6-85FB-811B-BC2D-6508EF225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AF747D-FE7F-94F4-D7B7-69748B4DEF7A}"/>
              </a:ext>
            </a:extLst>
          </p:cNvPr>
          <p:cNvSpPr/>
          <p:nvPr/>
        </p:nvSpPr>
        <p:spPr>
          <a:xfrm>
            <a:off x="701357" y="-179087"/>
            <a:ext cx="10789085" cy="722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9D087-2D68-8F47-460C-9FA892993ACE}"/>
              </a:ext>
            </a:extLst>
          </p:cNvPr>
          <p:cNvSpPr/>
          <p:nvPr/>
        </p:nvSpPr>
        <p:spPr>
          <a:xfrm>
            <a:off x="1303887" y="70150"/>
            <a:ext cx="8416660" cy="58474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solidFill>
                  <a:srgbClr val="FFFFFF"/>
                </a:solidFill>
              </a:rPr>
              <a:t>rechts</a:t>
            </a:r>
            <a:endParaRPr lang="en-US">
              <a:solidFill>
                <a:srgbClr val="FFFFFF"/>
              </a:solidFill>
            </a:endParaRPr>
          </a:p>
          <a:p>
            <a:pPr algn="ctr"/>
            <a:r>
              <a:rPr lang="en-US">
                <a:solidFill>
                  <a:srgbClr val="FFFFFF"/>
                </a:solidFill>
              </a:rPr>
              <a:t>Dual Axis Chart </a:t>
            </a:r>
            <a:r>
              <a:rPr lang="en-US" err="1">
                <a:solidFill>
                  <a:srgbClr val="FFFFFF"/>
                </a:solidFill>
              </a:rPr>
              <a:t>mit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liniendiagramm</a:t>
            </a:r>
            <a:r>
              <a:rPr lang="en-US">
                <a:solidFill>
                  <a:srgbClr val="FFFFFF"/>
                </a:solidFill>
              </a:rPr>
              <a:t> für </a:t>
            </a:r>
            <a:r>
              <a:rPr lang="en-US" err="1">
                <a:solidFill>
                  <a:srgbClr val="FFFFFF"/>
                </a:solidFill>
              </a:rPr>
              <a:t>mitarbeiteranzahl</a:t>
            </a:r>
            <a:r>
              <a:rPr lang="en-US">
                <a:solidFill>
                  <a:srgbClr val="FFFFFF"/>
                </a:solidFill>
              </a:rPr>
              <a:t> und bar chart für </a:t>
            </a:r>
            <a:r>
              <a:rPr lang="en-US" err="1">
                <a:solidFill>
                  <a:srgbClr val="FFFFFF"/>
                </a:solidFill>
              </a:rPr>
              <a:t>umsatz</a:t>
            </a:r>
            <a:r>
              <a:rPr lang="en-US">
                <a:solidFill>
                  <a:srgbClr val="FFFFFF"/>
                </a:solidFill>
              </a:rPr>
              <a:t> der </a:t>
            </a:r>
            <a:r>
              <a:rPr lang="en-US" err="1">
                <a:solidFill>
                  <a:srgbClr val="FFFFFF"/>
                </a:solidFill>
              </a:rPr>
              <a:t>letzten</a:t>
            </a:r>
            <a:r>
              <a:rPr lang="en-US">
                <a:solidFill>
                  <a:srgbClr val="FFFFFF"/>
                </a:solidFill>
              </a:rPr>
              <a:t> 5 </a:t>
            </a:r>
            <a:r>
              <a:rPr lang="en-US" err="1">
                <a:solidFill>
                  <a:srgbClr val="FFFFFF"/>
                </a:solidFill>
              </a:rPr>
              <a:t>jahre</a:t>
            </a:r>
            <a:r>
              <a:rPr lang="en-US">
                <a:solidFill>
                  <a:srgbClr val="FFFFFF"/>
                </a:solidFill>
              </a:rPr>
              <a:t>. </a:t>
            </a:r>
            <a:r>
              <a:rPr lang="en-US" err="1">
                <a:solidFill>
                  <a:srgbClr val="FFFFFF"/>
                </a:solidFill>
              </a:rPr>
              <a:t>Interaktiv</a:t>
            </a:r>
            <a:r>
              <a:rPr lang="en-US">
                <a:solidFill>
                  <a:srgbClr val="FFFFFF"/>
                </a:solidFill>
              </a:rPr>
              <a:t>: </a:t>
            </a:r>
            <a:r>
              <a:rPr lang="en-US" err="1">
                <a:solidFill>
                  <a:srgbClr val="FFFFFF"/>
                </a:solidFill>
              </a:rPr>
              <a:t>nur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einen</a:t>
            </a:r>
            <a:r>
              <a:rPr lang="en-US">
                <a:solidFill>
                  <a:srgbClr val="FFFFFF"/>
                </a:solidFill>
              </a:rPr>
              <a:t> chart </a:t>
            </a:r>
            <a:r>
              <a:rPr lang="en-US" err="1">
                <a:solidFill>
                  <a:srgbClr val="FFFFFF"/>
                </a:solidFill>
              </a:rPr>
              <a:t>sehen</a:t>
            </a:r>
            <a:r>
              <a:rPr lang="en-US">
                <a:solidFill>
                  <a:srgbClr val="FFFFFF"/>
                </a:solidFill>
              </a:rPr>
              <a:t>, hover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35AC62-468E-910A-B18C-A2CB20FE75A4}"/>
              </a:ext>
            </a:extLst>
          </p:cNvPr>
          <p:cNvSpPr txBox="1"/>
          <p:nvPr/>
        </p:nvSpPr>
        <p:spPr>
          <a:xfrm>
            <a:off x="1558636" y="3417454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Auswirkung</a:t>
            </a:r>
            <a:r>
              <a:rPr lang="en-US"/>
              <a:t> </a:t>
            </a:r>
            <a:r>
              <a:rPr lang="en-US" err="1"/>
              <a:t>Rüstungsboom</a:t>
            </a:r>
            <a:r>
              <a:rPr lang="en-US"/>
              <a:t> auf Rheinmetall: Allgemeine Situation (</a:t>
            </a:r>
            <a:r>
              <a:rPr lang="en-US" err="1"/>
              <a:t>aufträge</a:t>
            </a:r>
            <a:r>
              <a:rPr lang="en-US"/>
              <a:t>, </a:t>
            </a:r>
            <a:r>
              <a:rPr lang="en-US" err="1"/>
              <a:t>erwartungen</a:t>
            </a:r>
            <a:r>
              <a:rPr lang="en-US"/>
              <a:t> </a:t>
            </a:r>
            <a:r>
              <a:rPr lang="en-US" err="1"/>
              <a:t>etc</a:t>
            </a:r>
            <a:r>
              <a:rPr lang="en-US"/>
              <a:t>) links</a:t>
            </a:r>
          </a:p>
        </p:txBody>
      </p:sp>
    </p:spTree>
    <p:extLst>
      <p:ext uri="{BB962C8B-B14F-4D97-AF65-F5344CB8AC3E}">
        <p14:creationId xmlns:p14="http://schemas.microsoft.com/office/powerpoint/2010/main" val="293643569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89D7EB-76D4-7550-7042-07FDFFD22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7EDFB0-AAB3-5587-F5C9-CA594315D90A}"/>
              </a:ext>
            </a:extLst>
          </p:cNvPr>
          <p:cNvSpPr/>
          <p:nvPr/>
        </p:nvSpPr>
        <p:spPr>
          <a:xfrm>
            <a:off x="701357" y="-179087"/>
            <a:ext cx="10789085" cy="722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B1023D-AC83-B928-0B89-5E4B9C52365B}"/>
              </a:ext>
            </a:extLst>
          </p:cNvPr>
          <p:cNvSpPr/>
          <p:nvPr/>
        </p:nvSpPr>
        <p:spPr>
          <a:xfrm>
            <a:off x="1303887" y="70150"/>
            <a:ext cx="8416660" cy="58474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553D2-B19B-EB7F-B508-ED5847FBBF4E}"/>
              </a:ext>
            </a:extLst>
          </p:cNvPr>
          <p:cNvSpPr txBox="1"/>
          <p:nvPr/>
        </p:nvSpPr>
        <p:spPr>
          <a:xfrm>
            <a:off x="2055090" y="361372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Start ups </a:t>
            </a:r>
            <a:r>
              <a:rPr lang="en-US" err="1"/>
              <a:t>allgemeines</a:t>
            </a:r>
            <a:r>
              <a:rPr lang="en-US"/>
              <a:t>, </a:t>
            </a:r>
            <a:r>
              <a:rPr lang="en-US" err="1"/>
              <a:t>beispiel</a:t>
            </a:r>
            <a:r>
              <a:rPr lang="en-US"/>
              <a:t> </a:t>
            </a:r>
            <a:r>
              <a:rPr lang="en-US" err="1"/>
              <a:t>helsing</a:t>
            </a:r>
          </a:p>
        </p:txBody>
      </p:sp>
    </p:spTree>
    <p:extLst>
      <p:ext uri="{BB962C8B-B14F-4D97-AF65-F5344CB8AC3E}">
        <p14:creationId xmlns:p14="http://schemas.microsoft.com/office/powerpoint/2010/main" val="24575593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E06667-5C68-1CF8-51AD-D61FF1B17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B5DABA-BF4B-7851-8D1E-34AE1C37353C}"/>
              </a:ext>
            </a:extLst>
          </p:cNvPr>
          <p:cNvSpPr/>
          <p:nvPr/>
        </p:nvSpPr>
        <p:spPr>
          <a:xfrm>
            <a:off x="701357" y="-179087"/>
            <a:ext cx="10789085" cy="722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072DB3-77B6-4427-D7CE-BE2765AB9F6B}"/>
              </a:ext>
            </a:extLst>
          </p:cNvPr>
          <p:cNvSpPr/>
          <p:nvPr/>
        </p:nvSpPr>
        <p:spPr>
          <a:xfrm>
            <a:off x="1303887" y="70150"/>
            <a:ext cx="8416660" cy="58474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6F074E-D2C0-41E9-88F6-5DAFA548BF5D}"/>
              </a:ext>
            </a:extLst>
          </p:cNvPr>
          <p:cNvSpPr txBox="1"/>
          <p:nvPr/>
        </p:nvSpPr>
        <p:spPr>
          <a:xfrm>
            <a:off x="2055090" y="361372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Darkmode</a:t>
            </a:r>
            <a:r>
              <a:rPr lang="en-US"/>
              <a:t>, </a:t>
            </a:r>
            <a:r>
              <a:rPr lang="en-US" err="1"/>
              <a:t>scrollytelling</a:t>
            </a:r>
          </a:p>
        </p:txBody>
      </p:sp>
    </p:spTree>
    <p:extLst>
      <p:ext uri="{BB962C8B-B14F-4D97-AF65-F5344CB8AC3E}">
        <p14:creationId xmlns:p14="http://schemas.microsoft.com/office/powerpoint/2010/main" val="101529470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7743E8-9B43-1342-49C8-3A72BC8D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087166-20F0-7411-A163-0304D0C06205}"/>
              </a:ext>
            </a:extLst>
          </p:cNvPr>
          <p:cNvSpPr/>
          <p:nvPr/>
        </p:nvSpPr>
        <p:spPr>
          <a:xfrm>
            <a:off x="271849" y="3972"/>
            <a:ext cx="11519572" cy="6854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5388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8258FE-0A2A-A121-42A0-FCC0842841E0}"/>
              </a:ext>
            </a:extLst>
          </p:cNvPr>
          <p:cNvSpPr/>
          <p:nvPr/>
        </p:nvSpPr>
        <p:spPr>
          <a:xfrm>
            <a:off x="271849" y="3972"/>
            <a:ext cx="11519572" cy="6854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F115E4-8BCD-E10C-5271-2DDD65F45E17}"/>
              </a:ext>
            </a:extLst>
          </p:cNvPr>
          <p:cNvSpPr/>
          <p:nvPr/>
        </p:nvSpPr>
        <p:spPr>
          <a:xfrm>
            <a:off x="-353098" y="-84670"/>
            <a:ext cx="13578213" cy="74756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B82F63-F78D-B64E-F175-2CDB1C65A812}"/>
              </a:ext>
            </a:extLst>
          </p:cNvPr>
          <p:cNvSpPr/>
          <p:nvPr/>
        </p:nvSpPr>
        <p:spPr>
          <a:xfrm>
            <a:off x="400833" y="158662"/>
            <a:ext cx="425884" cy="87656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14F0B8-63BB-E452-0163-92E91DFFF500}"/>
              </a:ext>
            </a:extLst>
          </p:cNvPr>
          <p:cNvSpPr/>
          <p:nvPr/>
        </p:nvSpPr>
        <p:spPr>
          <a:xfrm>
            <a:off x="400832" y="250469"/>
            <a:ext cx="425884" cy="87656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7C30CD-DBC9-63BE-34A4-9E95B5891C84}"/>
              </a:ext>
            </a:extLst>
          </p:cNvPr>
          <p:cNvSpPr/>
          <p:nvPr/>
        </p:nvSpPr>
        <p:spPr>
          <a:xfrm>
            <a:off x="400833" y="342276"/>
            <a:ext cx="425884" cy="87656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 descr="Home">
            <a:extLst>
              <a:ext uri="{FF2B5EF4-FFF2-40B4-BE49-F238E27FC236}">
                <a16:creationId xmlns:a16="http://schemas.microsoft.com/office/drawing/2014/main" id="{5C4533D6-27E5-A5E3-44A4-2C428E991EA8}"/>
              </a:ext>
            </a:extLst>
          </p:cNvPr>
          <p:cNvSpPr/>
          <p:nvPr/>
        </p:nvSpPr>
        <p:spPr>
          <a:xfrm>
            <a:off x="1415465" y="138641"/>
            <a:ext cx="1528175" cy="3173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 descr="Andere Gruppe Link&#10;">
            <a:extLst>
              <a:ext uri="{FF2B5EF4-FFF2-40B4-BE49-F238E27FC236}">
                <a16:creationId xmlns:a16="http://schemas.microsoft.com/office/drawing/2014/main" id="{7E27EE8E-6096-6AA4-3AF3-2EB680E4B871}"/>
              </a:ext>
            </a:extLst>
          </p:cNvPr>
          <p:cNvSpPr/>
          <p:nvPr/>
        </p:nvSpPr>
        <p:spPr>
          <a:xfrm>
            <a:off x="3113898" y="157001"/>
            <a:ext cx="2574777" cy="271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234F2-59DF-7731-3073-03004B40CBE7}"/>
              </a:ext>
            </a:extLst>
          </p:cNvPr>
          <p:cNvSpPr/>
          <p:nvPr/>
        </p:nvSpPr>
        <p:spPr>
          <a:xfrm>
            <a:off x="5950742" y="157002"/>
            <a:ext cx="2253452" cy="271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F73D6-C1AC-91C1-72DB-7AAFDF48BA03}"/>
              </a:ext>
            </a:extLst>
          </p:cNvPr>
          <p:cNvSpPr txBox="1"/>
          <p:nvPr/>
        </p:nvSpPr>
        <p:spPr>
          <a:xfrm>
            <a:off x="1563046" y="91752"/>
            <a:ext cx="77925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    Home     Andere Gruppe Links      LiteraturQuellen   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6DF5EC-EAF1-1AE1-87E0-87752586652D}"/>
              </a:ext>
            </a:extLst>
          </p:cNvPr>
          <p:cNvSpPr txBox="1"/>
          <p:nvPr/>
        </p:nvSpPr>
        <p:spPr>
          <a:xfrm>
            <a:off x="438034" y="709781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Kurzer </a:t>
            </a:r>
            <a:r>
              <a:rPr lang="en-US" err="1"/>
              <a:t>Themenüberblick</a:t>
            </a:r>
          </a:p>
          <a:p>
            <a:endParaRPr lang="en-US"/>
          </a:p>
          <a:p>
            <a:r>
              <a:rPr lang="en-US"/>
              <a:t>Text </a:t>
            </a:r>
          </a:p>
          <a:p>
            <a:r>
              <a:rPr lang="en-US"/>
              <a:t>Text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B16A1B-F246-8FE1-0BB0-78F26D5D6224}"/>
              </a:ext>
            </a:extLst>
          </p:cNvPr>
          <p:cNvSpPr/>
          <p:nvPr/>
        </p:nvSpPr>
        <p:spPr>
          <a:xfrm>
            <a:off x="1809634" y="1072924"/>
            <a:ext cx="8572732" cy="545266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dirty="0" err="1">
                <a:solidFill>
                  <a:schemeClr val="tx1"/>
                </a:solidFill>
              </a:rPr>
              <a:t>Weltkarte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mit</a:t>
            </a:r>
            <a:r>
              <a:rPr lang="en-US" sz="4000">
                <a:solidFill>
                  <a:schemeClr val="tx1"/>
                </a:solidFill>
              </a:rPr>
              <a:t> Konflikten</a:t>
            </a:r>
            <a:br>
              <a:rPr lang="en-US" sz="2800">
                <a:solidFill>
                  <a:schemeClr val="tx1"/>
                </a:solidFill>
              </a:rPr>
            </a:b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1"/>
                </a:solidFill>
              </a:rPr>
              <a:t>Karte enthält einen Totenkopf pro Land</a:t>
            </a:r>
          </a:p>
          <a:p>
            <a:pPr algn="ctr"/>
            <a:r>
              <a:rPr lang="en-US" sz="2400">
                <a:solidFill>
                  <a:schemeClr val="tx1"/>
                </a:solidFill>
              </a:rPr>
              <a:t>(Anzahl d. Opfer skaliert die Größe) </a:t>
            </a:r>
          </a:p>
        </p:txBody>
      </p:sp>
    </p:spTree>
    <p:extLst>
      <p:ext uri="{BB962C8B-B14F-4D97-AF65-F5344CB8AC3E}">
        <p14:creationId xmlns:p14="http://schemas.microsoft.com/office/powerpoint/2010/main" val="119059784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7D25DF-27D1-5F78-3D6F-9F95A6710EED}"/>
              </a:ext>
            </a:extLst>
          </p:cNvPr>
          <p:cNvSpPr/>
          <p:nvPr/>
        </p:nvSpPr>
        <p:spPr>
          <a:xfrm>
            <a:off x="271849" y="3972"/>
            <a:ext cx="11519572" cy="6854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D12091-5D2E-D983-4655-D94572C0B01F}"/>
              </a:ext>
            </a:extLst>
          </p:cNvPr>
          <p:cNvSpPr/>
          <p:nvPr/>
        </p:nvSpPr>
        <p:spPr>
          <a:xfrm>
            <a:off x="3452176" y="538367"/>
            <a:ext cx="7122178" cy="53884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Animation der Kriegsopfer; verhältnisskaliert (5)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D18A1F67-6871-48B6-9C39-FAC130E55D86}"/>
              </a:ext>
            </a:extLst>
          </p:cNvPr>
          <p:cNvSpPr txBox="1"/>
          <p:nvPr/>
        </p:nvSpPr>
        <p:spPr>
          <a:xfrm>
            <a:off x="1376616" y="3816828"/>
            <a:ext cx="7728331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Info Text ​</a:t>
            </a:r>
          </a:p>
          <a:p>
            <a:r>
              <a:rPr lang="en-US"/>
              <a:t>Text </a:t>
            </a:r>
          </a:p>
          <a:p>
            <a:r>
              <a:rPr lang="en-US"/>
              <a:t>Text </a:t>
            </a:r>
          </a:p>
        </p:txBody>
      </p:sp>
    </p:spTree>
    <p:extLst>
      <p:ext uri="{BB962C8B-B14F-4D97-AF65-F5344CB8AC3E}">
        <p14:creationId xmlns:p14="http://schemas.microsoft.com/office/powerpoint/2010/main" val="358194770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EF869F-6A58-A4F4-6D93-2A4CBDCEE4AB}"/>
              </a:ext>
            </a:extLst>
          </p:cNvPr>
          <p:cNvSpPr/>
          <p:nvPr/>
        </p:nvSpPr>
        <p:spPr>
          <a:xfrm>
            <a:off x="271849" y="3972"/>
            <a:ext cx="11519572" cy="6854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02B19-CEDF-0570-5CD6-9D8D8E7B1458}"/>
              </a:ext>
            </a:extLst>
          </p:cNvPr>
          <p:cNvSpPr/>
          <p:nvPr/>
        </p:nvSpPr>
        <p:spPr>
          <a:xfrm>
            <a:off x="2543284" y="602632"/>
            <a:ext cx="8416660" cy="58474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</a:rPr>
              <a:t>Rüstungsausgaben </a:t>
            </a:r>
            <a:r>
              <a:rPr lang="en-US" sz="3600" err="1">
                <a:solidFill>
                  <a:schemeClr val="tx1"/>
                </a:solidFill>
              </a:rPr>
              <a:t>der</a:t>
            </a:r>
            <a:r>
              <a:rPr lang="en-US" sz="3600">
                <a:solidFill>
                  <a:schemeClr val="tx1"/>
                </a:solidFill>
              </a:rPr>
              <a:t> Länder</a:t>
            </a:r>
            <a:br>
              <a:rPr lang="en-US" sz="3600">
                <a:solidFill>
                  <a:schemeClr val="tx1"/>
                </a:solidFill>
              </a:rPr>
            </a:br>
            <a:r>
              <a:rPr lang="en-US" sz="3200">
                <a:solidFill>
                  <a:schemeClr val="tx1"/>
                </a:solidFill>
              </a:rPr>
              <a:t>(hier nur Europa)</a:t>
            </a:r>
            <a:endParaRPr lang="de-DE" sz="3200" dirty="0">
              <a:solidFill>
                <a:schemeClr val="tx1"/>
              </a:solidFill>
            </a:endParaRPr>
          </a:p>
          <a:p>
            <a:pPr algn="ctr"/>
            <a:endParaRPr lang="de-DE" sz="2800">
              <a:solidFill>
                <a:schemeClr val="tx1"/>
              </a:solidFill>
            </a:endParaRPr>
          </a:p>
          <a:p>
            <a:pPr algn="ctr"/>
            <a:r>
              <a:rPr lang="de-DE" sz="2800">
                <a:solidFill>
                  <a:schemeClr val="tx1"/>
                </a:solidFill>
              </a:rPr>
              <a:t>Dargestellt als stacked line chart mit Linie pro Land</a:t>
            </a:r>
          </a:p>
          <a:p>
            <a:pPr algn="ctr"/>
            <a:r>
              <a:rPr lang="de-DE" sz="2400">
                <a:solidFill>
                  <a:schemeClr val="tx1"/>
                </a:solidFill>
              </a:rPr>
              <a:t>(x-Achse = Zeit, Y-Achse = Euro)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FA664-2F57-4E07-FA3D-D8AAB4F70726}"/>
              </a:ext>
            </a:extLst>
          </p:cNvPr>
          <p:cNvSpPr txBox="1"/>
          <p:nvPr/>
        </p:nvSpPr>
        <p:spPr>
          <a:xfrm>
            <a:off x="911422" y="-61966"/>
            <a:ext cx="63787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EU Politik -&gt; Mehr Geld in Rüstung</a:t>
            </a:r>
          </a:p>
          <a:p>
            <a:r>
              <a:rPr lang="en-US"/>
              <a:t>Kurze Textbeschreibung</a:t>
            </a:r>
          </a:p>
        </p:txBody>
      </p:sp>
    </p:spTree>
    <p:extLst>
      <p:ext uri="{BB962C8B-B14F-4D97-AF65-F5344CB8AC3E}">
        <p14:creationId xmlns:p14="http://schemas.microsoft.com/office/powerpoint/2010/main" val="8018684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2D0928-F809-8828-13D8-284208C3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CB5570-4D83-DC9F-CE6E-53F75597E17E}"/>
              </a:ext>
            </a:extLst>
          </p:cNvPr>
          <p:cNvSpPr/>
          <p:nvPr/>
        </p:nvSpPr>
        <p:spPr>
          <a:xfrm>
            <a:off x="271849" y="3972"/>
            <a:ext cx="11519572" cy="6854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2EE69-02A4-E5EF-3158-93E953B86860}"/>
              </a:ext>
            </a:extLst>
          </p:cNvPr>
          <p:cNvSpPr txBox="1"/>
          <p:nvPr/>
        </p:nvSpPr>
        <p:spPr>
          <a:xfrm>
            <a:off x="1814743" y="3013503"/>
            <a:ext cx="85623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err="1"/>
              <a:t>Überleitung</a:t>
            </a:r>
            <a:r>
              <a:rPr lang="en-US" sz="4800"/>
              <a:t> auf Deutschland</a:t>
            </a:r>
          </a:p>
        </p:txBody>
      </p:sp>
    </p:spTree>
    <p:extLst>
      <p:ext uri="{BB962C8B-B14F-4D97-AF65-F5344CB8AC3E}">
        <p14:creationId xmlns:p14="http://schemas.microsoft.com/office/powerpoint/2010/main" val="157656877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7CCCCD-0451-097C-FE52-CD9A7AA86D1E}"/>
              </a:ext>
            </a:extLst>
          </p:cNvPr>
          <p:cNvSpPr/>
          <p:nvPr/>
        </p:nvSpPr>
        <p:spPr>
          <a:xfrm>
            <a:off x="271849" y="3972"/>
            <a:ext cx="11519572" cy="6854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A054D-617C-82D5-6E31-E6FF009E4B03}"/>
              </a:ext>
            </a:extLst>
          </p:cNvPr>
          <p:cNvSpPr/>
          <p:nvPr/>
        </p:nvSpPr>
        <p:spPr>
          <a:xfrm>
            <a:off x="1257983" y="217042"/>
            <a:ext cx="7439450" cy="561728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0FA644-57FE-CE7D-5C84-11ADF403E3C1}"/>
              </a:ext>
            </a:extLst>
          </p:cNvPr>
          <p:cNvSpPr txBox="1"/>
          <p:nvPr/>
        </p:nvSpPr>
        <p:spPr>
          <a:xfrm>
            <a:off x="8697433" y="2828835"/>
            <a:ext cx="267818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/>
              <a:t>Politik Deutschland</a:t>
            </a:r>
          </a:p>
          <a:p>
            <a:pPr algn="r"/>
            <a:r>
              <a:rPr lang="en-US"/>
              <a:t> -&gt; Mehr Geld in Rüstung</a:t>
            </a:r>
          </a:p>
          <a:p>
            <a:pPr algn="r"/>
            <a:endParaRPr lang="en-US"/>
          </a:p>
          <a:p>
            <a:pPr algn="r"/>
            <a:r>
              <a:rPr lang="en-US"/>
              <a:t>Details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C5CABE4-8BC0-3E8A-5919-7D8F57C288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579306"/>
              </p:ext>
            </p:extLst>
          </p:nvPr>
        </p:nvGraphicFramePr>
        <p:xfrm>
          <a:off x="1257983" y="217042"/>
          <a:ext cx="7439450" cy="5617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8760109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0EE04E-3C13-D584-093D-0990476C934B}"/>
              </a:ext>
            </a:extLst>
          </p:cNvPr>
          <p:cNvSpPr/>
          <p:nvPr/>
        </p:nvSpPr>
        <p:spPr>
          <a:xfrm>
            <a:off x="701357" y="-179087"/>
            <a:ext cx="10789085" cy="722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51C7E7-33AF-7435-B705-C0C29B777C22}"/>
              </a:ext>
            </a:extLst>
          </p:cNvPr>
          <p:cNvSpPr/>
          <p:nvPr/>
        </p:nvSpPr>
        <p:spPr>
          <a:xfrm>
            <a:off x="1570128" y="1181018"/>
            <a:ext cx="6332636" cy="450705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Liniendiagramm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mit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zwei</a:t>
            </a:r>
            <a:r>
              <a:rPr lang="en-US">
                <a:solidFill>
                  <a:schemeClr val="tx1"/>
                </a:solidFill>
              </a:rPr>
              <a:t> Linien (1. Linie BIP-</a:t>
            </a:r>
            <a:r>
              <a:rPr lang="en-US" err="1">
                <a:solidFill>
                  <a:schemeClr val="tx1"/>
                </a:solidFill>
              </a:rPr>
              <a:t>Wachstum</a:t>
            </a:r>
            <a:r>
              <a:rPr lang="en-US">
                <a:solidFill>
                  <a:schemeClr val="tx1"/>
                </a:solidFill>
              </a:rPr>
              <a:t> 2. Linie </a:t>
            </a:r>
            <a:r>
              <a:rPr lang="en-US" err="1">
                <a:solidFill>
                  <a:schemeClr val="tx1"/>
                </a:solidFill>
              </a:rPr>
              <a:t>Wachstum</a:t>
            </a:r>
            <a:r>
              <a:rPr lang="en-US">
                <a:solidFill>
                  <a:schemeClr val="tx1"/>
                </a:solidFill>
              </a:rPr>
              <a:t> der </a:t>
            </a:r>
            <a:r>
              <a:rPr lang="en-US" err="1">
                <a:solidFill>
                  <a:schemeClr val="tx1"/>
                </a:solidFill>
              </a:rPr>
              <a:t>Rüstungsbranche</a:t>
            </a:r>
            <a:r>
              <a:rPr lang="en-US">
                <a:solidFill>
                  <a:schemeClr val="tx1"/>
                </a:solidFill>
              </a:rPr>
              <a:t>) (6)</a:t>
            </a:r>
          </a:p>
        </p:txBody>
      </p:sp>
    </p:spTree>
    <p:extLst>
      <p:ext uri="{BB962C8B-B14F-4D97-AF65-F5344CB8AC3E}">
        <p14:creationId xmlns:p14="http://schemas.microsoft.com/office/powerpoint/2010/main" val="188803474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A56163-4867-3B1E-302E-04A687B063D6}"/>
              </a:ext>
            </a:extLst>
          </p:cNvPr>
          <p:cNvSpPr/>
          <p:nvPr/>
        </p:nvSpPr>
        <p:spPr>
          <a:xfrm>
            <a:off x="701357" y="-179087"/>
            <a:ext cx="10789085" cy="72201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BC574-20A6-8568-E500-3DD60E9538F1}"/>
              </a:ext>
            </a:extLst>
          </p:cNvPr>
          <p:cNvSpPr txBox="1"/>
          <p:nvPr/>
        </p:nvSpPr>
        <p:spPr>
          <a:xfrm>
            <a:off x="1767016" y="2690336"/>
            <a:ext cx="8657766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/>
              <a:t>Piktogramme</a:t>
            </a:r>
            <a:r>
              <a:rPr lang="en-US" sz="2800"/>
              <a:t> der Militär-Kategorien (Drohnen, Waffen, Schiffe, etc.)</a:t>
            </a:r>
          </a:p>
          <a:p>
            <a:pPr algn="ctr"/>
            <a:endParaRPr lang="en-US" sz="2800"/>
          </a:p>
          <a:p>
            <a:pPr algn="ctr"/>
            <a:r>
              <a:rPr lang="en-US" sz="2800"/>
              <a:t> + Detailliertere Beschreibung in Textform</a:t>
            </a:r>
          </a:p>
        </p:txBody>
      </p:sp>
    </p:spTree>
    <p:extLst>
      <p:ext uri="{BB962C8B-B14F-4D97-AF65-F5344CB8AC3E}">
        <p14:creationId xmlns:p14="http://schemas.microsoft.com/office/powerpoint/2010/main" val="213412896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18B115-9C80-240A-14CE-86DD3AAD7EA8}"/>
              </a:ext>
            </a:extLst>
          </p:cNvPr>
          <p:cNvSpPr/>
          <p:nvPr/>
        </p:nvSpPr>
        <p:spPr>
          <a:xfrm>
            <a:off x="271849" y="3972"/>
            <a:ext cx="11519572" cy="6854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796EF3-A94D-DDE1-CBA7-6DBDBAA0B7FB}"/>
              </a:ext>
            </a:extLst>
          </p:cNvPr>
          <p:cNvSpPr/>
          <p:nvPr/>
        </p:nvSpPr>
        <p:spPr>
          <a:xfrm>
            <a:off x="1303887" y="70150"/>
            <a:ext cx="8416660" cy="58474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err="1">
                <a:solidFill>
                  <a:schemeClr val="tx1"/>
                </a:solidFill>
              </a:rPr>
              <a:t>Auswirkung</a:t>
            </a: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err="1">
                <a:solidFill>
                  <a:schemeClr val="tx1"/>
                </a:solidFill>
              </a:rPr>
              <a:t>Rüstungsboom</a:t>
            </a:r>
            <a:r>
              <a:rPr lang="en-US" sz="2800">
                <a:solidFill>
                  <a:schemeClr val="tx1"/>
                </a:solidFill>
              </a:rPr>
              <a:t> auf Rheinmetall:</a:t>
            </a:r>
          </a:p>
          <a:p>
            <a:pPr algn="ctr"/>
            <a:r>
              <a:rPr lang="en-US" sz="2400">
                <a:solidFill>
                  <a:schemeClr val="tx1"/>
                </a:solidFill>
              </a:rPr>
              <a:t>Mitarbeiteranzahl, Umsatz</a:t>
            </a:r>
          </a:p>
          <a:p>
            <a:pPr algn="ctr"/>
            <a:endParaRPr lang="en-US" sz="2400">
              <a:solidFill>
                <a:schemeClr val="tx1"/>
              </a:solidFill>
            </a:endParaRPr>
          </a:p>
          <a:p>
            <a:pPr algn="ctr"/>
            <a:r>
              <a:rPr lang="en-US" sz="2400">
                <a:solidFill>
                  <a:schemeClr val="tx1"/>
                </a:solidFill>
              </a:rPr>
              <a:t>Balkendiagramm</a:t>
            </a:r>
          </a:p>
        </p:txBody>
      </p:sp>
    </p:spTree>
    <p:extLst>
      <p:ext uri="{BB962C8B-B14F-4D97-AF65-F5344CB8AC3E}">
        <p14:creationId xmlns:p14="http://schemas.microsoft.com/office/powerpoint/2010/main" val="170122676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ACE3-698C-7AFD-98AC-EC8D38F9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89F27A-A50E-51AC-4365-19CCFB3CCD16}"/>
              </a:ext>
            </a:extLst>
          </p:cNvPr>
          <p:cNvSpPr/>
          <p:nvPr/>
        </p:nvSpPr>
        <p:spPr>
          <a:xfrm>
            <a:off x="271849" y="3972"/>
            <a:ext cx="11519572" cy="6854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497F6-F4A3-C49F-4F5D-69067D0FDF29}"/>
              </a:ext>
            </a:extLst>
          </p:cNvPr>
          <p:cNvSpPr/>
          <p:nvPr/>
        </p:nvSpPr>
        <p:spPr>
          <a:xfrm>
            <a:off x="1303887" y="70150"/>
            <a:ext cx="8416660" cy="58474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err="1">
                <a:solidFill>
                  <a:schemeClr val="tx1"/>
                </a:solidFill>
              </a:rPr>
              <a:t>Auswirkung</a:t>
            </a:r>
            <a:r>
              <a:rPr lang="en-US" sz="3200">
                <a:solidFill>
                  <a:schemeClr val="tx1"/>
                </a:solidFill>
              </a:rPr>
              <a:t> </a:t>
            </a:r>
            <a:r>
              <a:rPr lang="en-US" sz="3200" err="1">
                <a:solidFill>
                  <a:schemeClr val="tx1"/>
                </a:solidFill>
              </a:rPr>
              <a:t>Rüstungsboom</a:t>
            </a:r>
            <a:r>
              <a:rPr lang="en-US" sz="3200">
                <a:solidFill>
                  <a:schemeClr val="tx1"/>
                </a:solidFill>
              </a:rPr>
              <a:t> auf Start-Ups Allgemein + Beispiel Helsing</a:t>
            </a:r>
          </a:p>
          <a:p>
            <a:pPr algn="ctr"/>
            <a:r>
              <a:rPr lang="en-US" sz="2800">
                <a:solidFill>
                  <a:schemeClr val="tx1"/>
                </a:solidFill>
              </a:rPr>
              <a:t>Info-Piktogramme</a:t>
            </a:r>
          </a:p>
        </p:txBody>
      </p:sp>
    </p:spTree>
    <p:extLst>
      <p:ext uri="{BB962C8B-B14F-4D97-AF65-F5344CB8AC3E}">
        <p14:creationId xmlns:p14="http://schemas.microsoft.com/office/powerpoint/2010/main" val="205098867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eitereKommentare_x0028__x00c4_nderungen_x002c_etc_x002e__x0029_ xmlns="25000120-caf7-4765-b16f-3e0f0381212b" xsi:nil="true"/>
    <TaxCatchAll xmlns="d8c9ae64-79ca-48d1-9575-e5f42e9568c0" xsi:nil="true"/>
    <lcf76f155ced4ddcb4097134ff3c332f xmlns="25000120-caf7-4765-b16f-3e0f0381212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EE8AED8A78A14C8A5CF539147F42F7" ma:contentTypeVersion="14" ma:contentTypeDescription="Create a new document." ma:contentTypeScope="" ma:versionID="7caf04c4d5d844cacd472f7d5ad5a9ab">
  <xsd:schema xmlns:xsd="http://www.w3.org/2001/XMLSchema" xmlns:xs="http://www.w3.org/2001/XMLSchema" xmlns:p="http://schemas.microsoft.com/office/2006/metadata/properties" xmlns:ns2="25000120-caf7-4765-b16f-3e0f0381212b" xmlns:ns3="d8c9ae64-79ca-48d1-9575-e5f42e9568c0" targetNamespace="http://schemas.microsoft.com/office/2006/metadata/properties" ma:root="true" ma:fieldsID="4093a97052fa4f5718a18c8bf47f2a2e" ns2:_="" ns3:_="">
    <xsd:import namespace="25000120-caf7-4765-b16f-3e0f0381212b"/>
    <xsd:import namespace="d8c9ae64-79ca-48d1-9575-e5f42e9568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WeitereKommentare_x0028__x00c4_nderungen_x002c_etc_x002e__x0029_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00120-caf7-4765-b16f-3e0f038121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WeitereKommentare_x0028__x00c4_nderungen_x002c_etc_x002e__x0029_" ma:index="11" nillable="true" ma:displayName="Weitere Kommentare (Änderungen, etc.)" ma:format="Dropdown" ma:internalName="WeitereKommentare_x0028__x00c4_nderungen_x002c_etc_x002e__x0029_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e58a83c-43df-4cbe-b4f0-403bdd87d2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c9ae64-79ca-48d1-9575-e5f42e9568c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437fa50-e2a4-4ae7-a383-056b46fba028}" ma:internalName="TaxCatchAll" ma:showField="CatchAllData" ma:web="d8c9ae64-79ca-48d1-9575-e5f42e9568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EF9AD7-3FC7-488A-835A-C7A4769DE044}">
  <ds:schemaRefs>
    <ds:schemaRef ds:uri="http://schemas.microsoft.com/office/2006/metadata/properties"/>
    <ds:schemaRef ds:uri="25000120-caf7-4765-b16f-3e0f0381212b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d8c9ae64-79ca-48d1-9575-e5f42e9568c0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700561D-32F2-4A84-9D6D-BAA45B517E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7F9B8E-4612-4ABA-A4AA-A80198D63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000120-caf7-4765-b16f-3e0f0381212b"/>
    <ds:schemaRef ds:uri="d8c9ae64-79ca-48d1-9575-e5f42e9568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0</TotalTime>
  <Words>357</Words>
  <Application>Microsoft Macintosh PowerPoint</Application>
  <PresentationFormat>Widescreen</PresentationFormat>
  <Paragraphs>72</Paragraphs>
  <Slides>20</Slides>
  <Notes>1</Notes>
  <HiddenSlides>10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Franklin Gothic Book</vt:lpstr>
      <vt:lpstr>Crop</vt:lpstr>
      <vt:lpstr>Industrie UND DIE KonjunkturhoffnunG Defense</vt:lpstr>
      <vt:lpstr>Zielgruppe</vt:lpstr>
      <vt:lpstr>Roter Faden</vt:lpstr>
      <vt:lpstr>Geplante Darstellungsmittel</vt:lpstr>
      <vt:lpstr>Designziele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Industrie und die Konjunkturhoffnung Defense</dc:title>
  <dc:creator/>
  <cp:lastModifiedBy>Taner Yasadur</cp:lastModifiedBy>
  <cp:revision>2</cp:revision>
  <dcterms:created xsi:type="dcterms:W3CDTF">2026-06-05T09:36:49Z</dcterms:created>
  <dcterms:modified xsi:type="dcterms:W3CDTF">2026-06-12T09:11:27Z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0x01010025EE8AED8A78A14C8A5CF539147F42F7</vt:lpwstr>
  </property>
  <property fmtid="{D5CDD505-2E9C-101B-9397-08002B2CF9AE}" pid="3" name="MediaServiceImageTags">
    <vt:lpwstr/>
  </property>
</Properties>
</file>